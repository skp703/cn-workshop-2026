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2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5371b3deba492f" /><Relationship Type="http://schemas.openxmlformats.org/officeDocument/2006/relationships/extended-properties" Target="/docProps/app.xml" Id="R2e8a13a6c41f4fe7" /><Relationship Type="http://schemas.openxmlformats.org/officeDocument/2006/relationships/officeDocument" Target="/ppt/presentation.xml" Id="R2b448196599541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d18e660004832"/>
  </p:sldMasterIdLst>
  <p:notesMasterIdLst>
    <p:notesMasterId xmlns:r="http://schemas.openxmlformats.org/officeDocument/2006/relationships" r:id="R1a40e9baab4b444e"/>
  </p:notesMasterIdLst>
  <p:sldIdLst>
    <p:sldId xmlns:r="http://schemas.openxmlformats.org/officeDocument/2006/relationships" id="256" r:id="Rc4372e2dce024389"/>
    <p:sldId xmlns:r="http://schemas.openxmlformats.org/officeDocument/2006/relationships" id="257" r:id="Rfeff73fcbe8b421c"/>
    <p:sldId xmlns:r="http://schemas.openxmlformats.org/officeDocument/2006/relationships" id="258" r:id="Rc469237bd88b4b4d"/>
    <p:sldId xmlns:r="http://schemas.openxmlformats.org/officeDocument/2006/relationships" id="259" r:id="R523fa83eb8194148"/>
    <p:sldId xmlns:r="http://schemas.openxmlformats.org/officeDocument/2006/relationships" id="260" r:id="Rb870fc8a75a44120"/>
    <p:sldId xmlns:r="http://schemas.openxmlformats.org/officeDocument/2006/relationships" id="261" r:id="Rfd119ddcff9e408a"/>
    <p:sldId xmlns:r="http://schemas.openxmlformats.org/officeDocument/2006/relationships" id="262" r:id="R93fdfe16fc7c4e89"/>
    <p:sldId xmlns:r="http://schemas.openxmlformats.org/officeDocument/2006/relationships" id="263" r:id="R12976d83bfe847f3"/>
    <p:sldId xmlns:r="http://schemas.openxmlformats.org/officeDocument/2006/relationships" id="264" r:id="R2b821f8ef7894362"/>
    <p:sldId xmlns:r="http://schemas.openxmlformats.org/officeDocument/2006/relationships" id="265" r:id="R3429b3262396431d"/>
    <p:sldId xmlns:r="http://schemas.openxmlformats.org/officeDocument/2006/relationships" id="266" r:id="R0fbaedc4828c4aa9"/>
    <p:sldId xmlns:r="http://schemas.openxmlformats.org/officeDocument/2006/relationships" id="267" r:id="R28a8bc09f1054ded"/>
    <p:sldId xmlns:r="http://schemas.openxmlformats.org/officeDocument/2006/relationships" id="268" r:id="R615e555abef34933"/>
    <p:sldId xmlns:r="http://schemas.openxmlformats.org/officeDocument/2006/relationships" id="269" r:id="R16aa033b8b984cc0"/>
    <p:sldId xmlns:r="http://schemas.openxmlformats.org/officeDocument/2006/relationships" id="270" r:id="Rd29c79efc22b4f6b"/>
    <p:sldId xmlns:r="http://schemas.openxmlformats.org/officeDocument/2006/relationships" id="271" r:id="Rba02a71dd7dd45b6"/>
    <p:sldId xmlns:r="http://schemas.openxmlformats.org/officeDocument/2006/relationships" id="272" r:id="Rb9d2d30101254a9e"/>
    <p:sldId xmlns:r="http://schemas.openxmlformats.org/officeDocument/2006/relationships" id="273" r:id="Rd8d575d5d18147fc"/>
    <p:sldId xmlns:r="http://schemas.openxmlformats.org/officeDocument/2006/relationships" id="274" r:id="Rdcbeaed5dab54331"/>
    <p:sldId xmlns:r="http://schemas.openxmlformats.org/officeDocument/2006/relationships" id="275" r:id="R1f275fa3ab4f4368"/>
    <p:sldId xmlns:r="http://schemas.openxmlformats.org/officeDocument/2006/relationships" id="276" r:id="Reca03a3c6605482a"/>
    <p:sldId xmlns:r="http://schemas.openxmlformats.org/officeDocument/2006/relationships" id="277" r:id="Rcafeff121de14f98"/>
    <p:sldId xmlns:r="http://schemas.openxmlformats.org/officeDocument/2006/relationships" id="278" r:id="Rc1265e6d2e9d46c9"/>
    <p:sldId xmlns:r="http://schemas.openxmlformats.org/officeDocument/2006/relationships" id="279" r:id="Rbb6abe43e0a84038"/>
    <p:sldId xmlns:r="http://schemas.openxmlformats.org/officeDocument/2006/relationships" id="280" r:id="Ref21ca2e2e64420a"/>
    <p:sldId xmlns:r="http://schemas.openxmlformats.org/officeDocument/2006/relationships" id="281" r:id="R97404e4070e64584"/>
    <p:sldId xmlns:r="http://schemas.openxmlformats.org/officeDocument/2006/relationships" id="282" r:id="R8794a9adcfbf4a95"/>
    <p:sldId xmlns:r="http://schemas.openxmlformats.org/officeDocument/2006/relationships" id="283" r:id="R684528b0f04241e2"/>
    <p:sldId xmlns:r="http://schemas.openxmlformats.org/officeDocument/2006/relationships" id="284" r:id="Rd95d63af57024d0f"/>
    <p:sldId xmlns:r="http://schemas.openxmlformats.org/officeDocument/2006/relationships" id="285" r:id="R17b1727bd88b4fdd"/>
    <p:sldId xmlns:r="http://schemas.openxmlformats.org/officeDocument/2006/relationships" id="286" r:id="R232b0066d96c441a"/>
    <p:sldId xmlns:r="http://schemas.openxmlformats.org/officeDocument/2006/relationships" id="287" r:id="R8845e6bab08c4d13"/>
    <p:sldId xmlns:r="http://schemas.openxmlformats.org/officeDocument/2006/relationships" id="288" r:id="R0aaef840c9334d2c"/>
    <p:sldId xmlns:r="http://schemas.openxmlformats.org/officeDocument/2006/relationships" id="289" r:id="R622a276cd4e84bb6"/>
    <p:sldId xmlns:r="http://schemas.openxmlformats.org/officeDocument/2006/relationships" id="290" r:id="R8b2f52e653924ac4"/>
    <p:sldId xmlns:r="http://schemas.openxmlformats.org/officeDocument/2006/relationships" id="291" r:id="Rf4deeb7a95104753"/>
    <p:sldId xmlns:r="http://schemas.openxmlformats.org/officeDocument/2006/relationships" id="292" r:id="Rbfede004d66f49f3"/>
    <p:sldId xmlns:r="http://schemas.openxmlformats.org/officeDocument/2006/relationships" id="293" r:id="R3da407a5b4be463b"/>
    <p:sldId xmlns:r="http://schemas.openxmlformats.org/officeDocument/2006/relationships" id="294" r:id="R4867ccc493c44ea6"/>
    <p:sldId xmlns:r="http://schemas.openxmlformats.org/officeDocument/2006/relationships" id="295" r:id="Rf0952f4c06d442f3"/>
    <p:sldId xmlns:r="http://schemas.openxmlformats.org/officeDocument/2006/relationships" id="296" r:id="R7e37821c665f4022"/>
    <p:sldId xmlns:r="http://schemas.openxmlformats.org/officeDocument/2006/relationships" id="297" r:id="R5e7114e115d54692"/>
    <p:sldId xmlns:r="http://schemas.openxmlformats.org/officeDocument/2006/relationships" id="298" r:id="Rcdb8edc12ddd4ff4"/>
    <p:sldId xmlns:r="http://schemas.openxmlformats.org/officeDocument/2006/relationships" id="299" r:id="R833860a8419c4e4e"/>
    <p:sldId xmlns:r="http://schemas.openxmlformats.org/officeDocument/2006/relationships" id="300" r:id="R60c6d5d235b4468b"/>
    <p:sldId xmlns:r="http://schemas.openxmlformats.org/officeDocument/2006/relationships" id="301" r:id="R08b6022841eb4a11"/>
    <p:sldId xmlns:r="http://schemas.openxmlformats.org/officeDocument/2006/relationships" id="302" r:id="R6987c841ca0e43b0"/>
    <p:sldId xmlns:r="http://schemas.openxmlformats.org/officeDocument/2006/relationships" id="303" r:id="Ra0820dc1134c4f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de9cf25b874351" /><Relationship Type="http://schemas.openxmlformats.org/officeDocument/2006/relationships/slideMaster" Target="/ppt/slideMasters/slideMaster1.xml" Id="Rd5cd18e660004832" /><Relationship Type="http://schemas.openxmlformats.org/officeDocument/2006/relationships/notesMaster" Target="/ppt/notesMasters/notesMaster1.xml" Id="R1a40e9baab4b444e" /><Relationship Type="http://schemas.openxmlformats.org/officeDocument/2006/relationships/presProps" Target="/ppt/presProps.xml" Id="Rcedd6d5174534bda" /><Relationship Type="http://schemas.openxmlformats.org/officeDocument/2006/relationships/viewProps" Target="/ppt/viewProps.xml" Id="Radbd60a1bf5a49a2" /><Relationship Type="http://schemas.openxmlformats.org/officeDocument/2006/relationships/tableStyles" Target="/ppt/tableStyles.xml" Id="Rce85dd0d951744ee" /><Relationship Type="http://schemas.openxmlformats.org/officeDocument/2006/relationships/slide" Target="/ppt/slides/slide1.xml" Id="Rc4372e2dce024389" /><Relationship Type="http://schemas.openxmlformats.org/officeDocument/2006/relationships/slide" Target="/ppt/slides/slide2.xml" Id="Rfeff73fcbe8b421c" /><Relationship Type="http://schemas.openxmlformats.org/officeDocument/2006/relationships/slide" Target="/ppt/slides/slide3.xml" Id="Rc469237bd88b4b4d" /><Relationship Type="http://schemas.openxmlformats.org/officeDocument/2006/relationships/slide" Target="/ppt/slides/slide4.xml" Id="R523fa83eb8194148" /><Relationship Type="http://schemas.openxmlformats.org/officeDocument/2006/relationships/slide" Target="/ppt/slides/slide5.xml" Id="Rb870fc8a75a44120" /><Relationship Type="http://schemas.openxmlformats.org/officeDocument/2006/relationships/slide" Target="/ppt/slides/slide6.xml" Id="Rfd119ddcff9e408a" /><Relationship Type="http://schemas.openxmlformats.org/officeDocument/2006/relationships/slide" Target="/ppt/slides/slide7.xml" Id="R93fdfe16fc7c4e89" /><Relationship Type="http://schemas.openxmlformats.org/officeDocument/2006/relationships/slide" Target="/ppt/slides/slide8.xml" Id="R12976d83bfe847f3" /><Relationship Type="http://schemas.openxmlformats.org/officeDocument/2006/relationships/slide" Target="/ppt/slides/slide9.xml" Id="R2b821f8ef7894362" /><Relationship Type="http://schemas.openxmlformats.org/officeDocument/2006/relationships/slide" Target="/ppt/slides/slide10.xml" Id="R3429b3262396431d" /><Relationship Type="http://schemas.openxmlformats.org/officeDocument/2006/relationships/slide" Target="/ppt/slides/slide11.xml" Id="R0fbaedc4828c4aa9" /><Relationship Type="http://schemas.openxmlformats.org/officeDocument/2006/relationships/slide" Target="/ppt/slides/slide12.xml" Id="R28a8bc09f1054ded" /><Relationship Type="http://schemas.openxmlformats.org/officeDocument/2006/relationships/slide" Target="/ppt/slides/slide13.xml" Id="R615e555abef34933" /><Relationship Type="http://schemas.openxmlformats.org/officeDocument/2006/relationships/slide" Target="/ppt/slides/slide14.xml" Id="R16aa033b8b984cc0" /><Relationship Type="http://schemas.openxmlformats.org/officeDocument/2006/relationships/slide" Target="/ppt/slides/slide15.xml" Id="Rd29c79efc22b4f6b" /><Relationship Type="http://schemas.openxmlformats.org/officeDocument/2006/relationships/slide" Target="/ppt/slides/slide16.xml" Id="Rba02a71dd7dd45b6" /><Relationship Type="http://schemas.openxmlformats.org/officeDocument/2006/relationships/slide" Target="/ppt/slides/slide17.xml" Id="Rb9d2d30101254a9e" /><Relationship Type="http://schemas.openxmlformats.org/officeDocument/2006/relationships/slide" Target="/ppt/slides/slide18.xml" Id="Rd8d575d5d18147fc" /><Relationship Type="http://schemas.openxmlformats.org/officeDocument/2006/relationships/slide" Target="/ppt/slides/slide19.xml" Id="Rdcbeaed5dab54331" /><Relationship Type="http://schemas.openxmlformats.org/officeDocument/2006/relationships/slide" Target="/ppt/slides/slide20.xml" Id="R1f275fa3ab4f4368" /><Relationship Type="http://schemas.openxmlformats.org/officeDocument/2006/relationships/slide" Target="/ppt/slides/slide21.xml" Id="Reca03a3c6605482a" /><Relationship Type="http://schemas.openxmlformats.org/officeDocument/2006/relationships/slide" Target="/ppt/slides/slide22.xml" Id="Rcafeff121de14f98" /><Relationship Type="http://schemas.openxmlformats.org/officeDocument/2006/relationships/slide" Target="/ppt/slides/slide23.xml" Id="Rc1265e6d2e9d46c9" /><Relationship Type="http://schemas.openxmlformats.org/officeDocument/2006/relationships/slide" Target="/ppt/slides/slide24.xml" Id="Rbb6abe43e0a84038" /><Relationship Type="http://schemas.openxmlformats.org/officeDocument/2006/relationships/slide" Target="/ppt/slides/slide25.xml" Id="Ref21ca2e2e64420a" /><Relationship Type="http://schemas.openxmlformats.org/officeDocument/2006/relationships/slide" Target="/ppt/slides/slide26.xml" Id="R97404e4070e64584" /><Relationship Type="http://schemas.openxmlformats.org/officeDocument/2006/relationships/slide" Target="/ppt/slides/slide27.xml" Id="R8794a9adcfbf4a95" /><Relationship Type="http://schemas.openxmlformats.org/officeDocument/2006/relationships/slide" Target="/ppt/slides/slide28.xml" Id="R684528b0f04241e2" /><Relationship Type="http://schemas.openxmlformats.org/officeDocument/2006/relationships/slide" Target="/ppt/slides/slide29.xml" Id="Rd95d63af57024d0f" /><Relationship Type="http://schemas.openxmlformats.org/officeDocument/2006/relationships/slide" Target="/ppt/slides/slide30.xml" Id="R17b1727bd88b4fdd" /><Relationship Type="http://schemas.openxmlformats.org/officeDocument/2006/relationships/slide" Target="/ppt/slides/slide31.xml" Id="R232b0066d96c441a" /><Relationship Type="http://schemas.openxmlformats.org/officeDocument/2006/relationships/slide" Target="/ppt/slides/slide32.xml" Id="R8845e6bab08c4d13" /><Relationship Type="http://schemas.openxmlformats.org/officeDocument/2006/relationships/slide" Target="/ppt/slides/slide33.xml" Id="R0aaef840c9334d2c" /><Relationship Type="http://schemas.openxmlformats.org/officeDocument/2006/relationships/slide" Target="/ppt/slides/slide34.xml" Id="R622a276cd4e84bb6" /><Relationship Type="http://schemas.openxmlformats.org/officeDocument/2006/relationships/slide" Target="/ppt/slides/slide35.xml" Id="R8b2f52e653924ac4" /><Relationship Type="http://schemas.openxmlformats.org/officeDocument/2006/relationships/slide" Target="/ppt/slides/slide36.xml" Id="Rf4deeb7a95104753" /><Relationship Type="http://schemas.openxmlformats.org/officeDocument/2006/relationships/slide" Target="/ppt/slides/slide37.xml" Id="Rbfede004d66f49f3" /><Relationship Type="http://schemas.openxmlformats.org/officeDocument/2006/relationships/slide" Target="/ppt/slides/slide38.xml" Id="R3da407a5b4be463b" /><Relationship Type="http://schemas.openxmlformats.org/officeDocument/2006/relationships/slide" Target="/ppt/slides/slide39.xml" Id="R4867ccc493c44ea6" /><Relationship Type="http://schemas.openxmlformats.org/officeDocument/2006/relationships/slide" Target="/ppt/slides/slide40.xml" Id="Rf0952f4c06d442f3" /><Relationship Type="http://schemas.openxmlformats.org/officeDocument/2006/relationships/slide" Target="/ppt/slides/slide41.xml" Id="R7e37821c665f4022" /><Relationship Type="http://schemas.openxmlformats.org/officeDocument/2006/relationships/slide" Target="/ppt/slides/slide42.xml" Id="R5e7114e115d54692" /><Relationship Type="http://schemas.openxmlformats.org/officeDocument/2006/relationships/slide" Target="/ppt/slides/slide43.xml" Id="Rcdb8edc12ddd4ff4" /><Relationship Type="http://schemas.openxmlformats.org/officeDocument/2006/relationships/slide" Target="/ppt/slides/slide44.xml" Id="R833860a8419c4e4e" /><Relationship Type="http://schemas.openxmlformats.org/officeDocument/2006/relationships/slide" Target="/ppt/slides/slide45.xml" Id="R60c6d5d235b4468b" /><Relationship Type="http://schemas.openxmlformats.org/officeDocument/2006/relationships/slide" Target="/ppt/slides/slide46.xml" Id="R08b6022841eb4a11" /><Relationship Type="http://schemas.openxmlformats.org/officeDocument/2006/relationships/slide" Target="/ppt/slides/slide47.xml" Id="R6987c841ca0e43b0" /><Relationship Type="http://schemas.openxmlformats.org/officeDocument/2006/relationships/slide" Target="/ppt/slides/slide48.xml" Id="Ra0820dc1134c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adf33ff5fc4e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b33166674c4d5a" /><Relationship Type="http://schemas.openxmlformats.org/officeDocument/2006/relationships/notesMaster" Target="/ppt/notesMasters/notesMaster1.xml" Id="R4c6d012934a5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89b0999d3a4a24" /><Relationship Type="http://schemas.openxmlformats.org/officeDocument/2006/relationships/notesMaster" Target="/ppt/notesMasters/notesMaster1.xml" Id="R45b3eb1d024943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487924da424fba" /><Relationship Type="http://schemas.openxmlformats.org/officeDocument/2006/relationships/notesMaster" Target="/ppt/notesMasters/notesMaster1.xml" Id="Rb12167f7e9d940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3321bdc43d4b52" /><Relationship Type="http://schemas.openxmlformats.org/officeDocument/2006/relationships/notesMaster" Target="/ppt/notesMasters/notesMaster1.xml" Id="R3d838ddae8f249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b2383cb9624ad7" /><Relationship Type="http://schemas.openxmlformats.org/officeDocument/2006/relationships/notesMaster" Target="/ppt/notesMasters/notesMaster1.xml" Id="R46dc184528e243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0fdbb414fd4999" /><Relationship Type="http://schemas.openxmlformats.org/officeDocument/2006/relationships/notesMaster" Target="/ppt/notesMasters/notesMaster1.xml" Id="R8e3df40593c445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cce88588124885" /><Relationship Type="http://schemas.openxmlformats.org/officeDocument/2006/relationships/notesMaster" Target="/ppt/notesMasters/notesMaster1.xml" Id="R39084f0d54db45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57e48e3ece4cec" /><Relationship Type="http://schemas.openxmlformats.org/officeDocument/2006/relationships/notesMaster" Target="/ppt/notesMasters/notesMaster1.xml" Id="R2ba0130d55ab46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6d199beb254574" /><Relationship Type="http://schemas.openxmlformats.org/officeDocument/2006/relationships/notesMaster" Target="/ppt/notesMasters/notesMaster1.xml" Id="Rcb79b212caed48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6528fc2ee4472f" /><Relationship Type="http://schemas.openxmlformats.org/officeDocument/2006/relationships/notesMaster" Target="/ppt/notesMasters/notesMaster1.xml" Id="R329f31208cc044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9f5010d1f34ee0" /><Relationship Type="http://schemas.openxmlformats.org/officeDocument/2006/relationships/notesMaster" Target="/ppt/notesMasters/notesMaster1.xml" Id="R3581d781e67544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5932f744c64060" /><Relationship Type="http://schemas.openxmlformats.org/officeDocument/2006/relationships/notesMaster" Target="/ppt/notesMasters/notesMaster1.xml" Id="R3601de874f3947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5e9e93028d4c03" /><Relationship Type="http://schemas.openxmlformats.org/officeDocument/2006/relationships/notesMaster" Target="/ppt/notesMasters/notesMaster1.xml" Id="Ra6e99943d4c844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2629bc16f04441" /><Relationship Type="http://schemas.openxmlformats.org/officeDocument/2006/relationships/notesMaster" Target="/ppt/notesMasters/notesMaster1.xml" Id="R9219a447f6f745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cba647fa134055" /><Relationship Type="http://schemas.openxmlformats.org/officeDocument/2006/relationships/notesMaster" Target="/ppt/notesMasters/notesMaster1.xml" Id="R8e23494ca9fb4b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7ad2b328b34efd" /><Relationship Type="http://schemas.openxmlformats.org/officeDocument/2006/relationships/notesMaster" Target="/ppt/notesMasters/notesMaster1.xml" Id="R1f5749b0503943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e6eec29a6a4073" /><Relationship Type="http://schemas.openxmlformats.org/officeDocument/2006/relationships/notesMaster" Target="/ppt/notesMasters/notesMaster1.xml" Id="Rfb6498165d6e4b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873353073746cc" /><Relationship Type="http://schemas.openxmlformats.org/officeDocument/2006/relationships/notesMaster" Target="/ppt/notesMasters/notesMaster1.xml" Id="R8446f33949e74c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b2352ccd6a4df9" /><Relationship Type="http://schemas.openxmlformats.org/officeDocument/2006/relationships/notesMaster" Target="/ppt/notesMasters/notesMaster1.xml" Id="Rd6470a5f4af348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afe21b3a414d9c" /><Relationship Type="http://schemas.openxmlformats.org/officeDocument/2006/relationships/notesMaster" Target="/ppt/notesMasters/notesMaster1.xml" Id="R4b6a5fd1753342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f43723a48a24cf3" /><Relationship Type="http://schemas.openxmlformats.org/officeDocument/2006/relationships/notesMaster" Target="/ppt/notesMasters/notesMaster1.xml" Id="Rfe6c8c388db7419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60614d8b27643bf" /><Relationship Type="http://schemas.openxmlformats.org/officeDocument/2006/relationships/notesMaster" Target="/ppt/notesMasters/notesMaster1.xml" Id="R8d56e931a00740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387b69585f4b08" /><Relationship Type="http://schemas.openxmlformats.org/officeDocument/2006/relationships/notesMaster" Target="/ppt/notesMasters/notesMaster1.xml" Id="Ra3b4b67a98e440d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248b77bcc04895" /><Relationship Type="http://schemas.openxmlformats.org/officeDocument/2006/relationships/notesMaster" Target="/ppt/notesMasters/notesMaster1.xml" Id="Rab28d196cb804f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b4652a833964cdf" /><Relationship Type="http://schemas.openxmlformats.org/officeDocument/2006/relationships/notesMaster" Target="/ppt/notesMasters/notesMaster1.xml" Id="Ra62832d0b280417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02a222d03a444b3" /><Relationship Type="http://schemas.openxmlformats.org/officeDocument/2006/relationships/notesMaster" Target="/ppt/notesMasters/notesMaster1.xml" Id="R1477e6a927264b2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c6ec880c446491f" /><Relationship Type="http://schemas.openxmlformats.org/officeDocument/2006/relationships/notesMaster" Target="/ppt/notesMasters/notesMaster1.xml" Id="Rbf209e7f54af438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15384e59c0e498c" /><Relationship Type="http://schemas.openxmlformats.org/officeDocument/2006/relationships/notesMaster" Target="/ppt/notesMasters/notesMaster1.xml" Id="Rc03ed2b92da947d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c925386fdb8417a" /><Relationship Type="http://schemas.openxmlformats.org/officeDocument/2006/relationships/notesMaster" Target="/ppt/notesMasters/notesMaster1.xml" Id="Rcd7433fe74894c2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3eac149b07b4479" /><Relationship Type="http://schemas.openxmlformats.org/officeDocument/2006/relationships/notesMaster" Target="/ppt/notesMasters/notesMaster1.xml" Id="Rb3df0ccfaa134fc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2997a39c084445d" /><Relationship Type="http://schemas.openxmlformats.org/officeDocument/2006/relationships/notesMaster" Target="/ppt/notesMasters/notesMaster1.xml" Id="Re1885222d816465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88e1b74c7b34e8c" /><Relationship Type="http://schemas.openxmlformats.org/officeDocument/2006/relationships/notesMaster" Target="/ppt/notesMasters/notesMaster1.xml" Id="Rd0cae0b25f99479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9b8e497544b4296" /><Relationship Type="http://schemas.openxmlformats.org/officeDocument/2006/relationships/notesMaster" Target="/ppt/notesMasters/notesMaster1.xml" Id="Ra94be5281cea41e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244971459834417" /><Relationship Type="http://schemas.openxmlformats.org/officeDocument/2006/relationships/notesMaster" Target="/ppt/notesMasters/notesMaster1.xml" Id="R2ae56efe727c447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fe31bdac4d14d19" /><Relationship Type="http://schemas.openxmlformats.org/officeDocument/2006/relationships/notesMaster" Target="/ppt/notesMasters/notesMaster1.xml" Id="R62c5cbd008a8419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05e08d6dc934ea1" /><Relationship Type="http://schemas.openxmlformats.org/officeDocument/2006/relationships/notesMaster" Target="/ppt/notesMasters/notesMaster1.xml" Id="Rff5e549624164ec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88bf30c628649bb" /><Relationship Type="http://schemas.openxmlformats.org/officeDocument/2006/relationships/notesMaster" Target="/ppt/notesMasters/notesMaster1.xml" Id="R68a6c0af214b4e6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c8b17dae94742c3" /><Relationship Type="http://schemas.openxmlformats.org/officeDocument/2006/relationships/notesMaster" Target="/ppt/notesMasters/notesMaster1.xml" Id="R9a6f78768c34477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e58a2d3a54d4763" /><Relationship Type="http://schemas.openxmlformats.org/officeDocument/2006/relationships/notesMaster" Target="/ppt/notesMasters/notesMaster1.xml" Id="Rf42e7e9a5ee9403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5232992d4ec4cdf" /><Relationship Type="http://schemas.openxmlformats.org/officeDocument/2006/relationships/notesMaster" Target="/ppt/notesMasters/notesMaster1.xml" Id="R8a198583d0f1415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9dc1a0566604595" /><Relationship Type="http://schemas.openxmlformats.org/officeDocument/2006/relationships/notesMaster" Target="/ppt/notesMasters/notesMaster1.xml" Id="Rdc0c9cb4fbff4ae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799d3a628464fe6" /><Relationship Type="http://schemas.openxmlformats.org/officeDocument/2006/relationships/notesMaster" Target="/ppt/notesMasters/notesMaster1.xml" Id="R65e26bee92f44ce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477390aa7c84c51" /><Relationship Type="http://schemas.openxmlformats.org/officeDocument/2006/relationships/notesMaster" Target="/ppt/notesMasters/notesMaster1.xml" Id="Rf624d21c594d463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2d07d4a8c1249d1" /><Relationship Type="http://schemas.openxmlformats.org/officeDocument/2006/relationships/notesMaster" Target="/ppt/notesMasters/notesMaster1.xml" Id="Rbb684ba00f834a7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82ea145151b4fd1" /><Relationship Type="http://schemas.openxmlformats.org/officeDocument/2006/relationships/notesMaster" Target="/ppt/notesMasters/notesMaster1.xml" Id="Rcea469607768485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6a145c92ddd4d90" /><Relationship Type="http://schemas.openxmlformats.org/officeDocument/2006/relationships/notesMaster" Target="/ppt/notesMasters/notesMaster1.xml" Id="Rb8057426b878479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6302920ffe746a8" /><Relationship Type="http://schemas.openxmlformats.org/officeDocument/2006/relationships/notesMaster" Target="/ppt/notesMasters/notesMaster1.xml" Id="Rfee8401e724c4f3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03e2082338f4524" /><Relationship Type="http://schemas.openxmlformats.org/officeDocument/2006/relationships/notesMaster" Target="/ppt/notesMasters/notesMaster1.xml" Id="R64eb9d891a8f43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workshop as a four-hour sequence in which lecture establishes the model and analytical choices, and each notebook then makes those choices inspectable in code.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intellectual contract for the workshop. The participant is not being taught to retrieve a single number; the participant is being taught to construct and audit an engineering parameter.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https://doi.org/10.1061/(ASCE)0733-9437(1993)119:2(334)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complementary roles of curve-number theory, rainfall–runoff interpretation, Earth Observation, and reproducible computation.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objectives as a progression: explain the model, estimate the parameter, evaluate methodological sensitivity, and prepare a reproducible statement.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teaching cadence. Slides introduce the problem and theory; the linked notebook immediately exposes the calculation, library operation, and analyst decision. Report-outs consolidate interpretation before the next module.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Difficult Run for the complete spatial and event analysis and Accotink Creek as a contrasting gage record. Participants may apply the same Earth Engine workflow to a selected CONUS watershed.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https://waterdata.usgs.gov/nwis</a:t>
            </a:r>
            <a:endParaRPr/>
          </a:p>
          <a:p xmlns:a="http://schemas.openxmlformats.org/drawingml/2006/main">
            <a:r>
              <a:t>- https://api.water.usgs.gov/docs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from workshop framing to the governing rainfall–runoff relation and its calibration.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https://doi.org/10.1061/(ASCE)0733-9437(1993)119:2(334)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Develop the model in the order shown: observed rainfall, initial abstraction, potential retention, then direct runoff. Emphasize the piecewise threshold and the need to state lambda with CN.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Write the values on the board if helpful. The calculation demonstrates why small storms and lower-CN subareas are especially sensitive to the abstraction convention.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conventional and alternative formulations use different CN scales. A curve number calibrated with one lambda should be converted or refitted before use with another lambda.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https://doi.org/10.1061/40685(2003)308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the event-derived value as the truth and the table value as an error. They arise from different measurement pathways and support different inferences.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https://doi.org/10.1061/(ASCE)0733-9437(1993)119:2(334)</a:t>
            </a:r>
            <a:endParaRPr/>
          </a:p>
          <a:p xmlns:a="http://schemas.openxmlformats.org/drawingml/2006/main">
            <a:r>
              <a:t>- https://waterdata.usgs.gov/nwis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scatter to show that event response is heterogeneous and that fitted CN is an inference from the event cloud rather than a direct property of the watershed.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https://waterdata.usgs.gov/nwis</a:t>
            </a:r>
            <a:endParaRPr/>
          </a:p>
          <a:p xmlns:a="http://schemas.openxmlformats.org/drawingml/2006/main">
            <a:r>
              <a:t>- https://doi.org/10.1061/(ASCE)0733-9437(1993)119:2(334)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each operation before showing the notebook function. The library performs inversion and nonlinear fitting; the analyst controls event selection, lambda, fit interpretation, and the evidentiary claim.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https://doi.org/10.1061/(ASCE)0733-9437(1993)119:2(334)</a:t>
            </a:r>
            <a:endParaRPr/>
          </a:p>
          <a:p xmlns:a="http://schemas.openxmlformats.org/drawingml/2006/main">
            <a:r>
              <a:t>- https://waterdata.usgs.gov/nwis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example isolates the order-of-operations issue. Computing runoff within subareas and then averaging is not equivalent to averaging CN or retention first because the runoff relation is nonlinear and piecewise.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storm-depth plot in Notebook 01 to extend this slide. The lecture establishes why the curves separate; the notebook lets participants inspect how the separation changes continuously with P.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to Notebook 01. The notebook contains the written equations, verification assertions, compositing calculations, event inversion, asymptotic fit, and a method audit that distinguishes library operations from analyst decisions.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to name the calculation sequence, not only the preferred number. The report-out should connect the runoff depth to the spatial representation implied by the convention.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from the event model to the spatial measurement problem. The central question becomes how each raster and table is transformed into a traceable watershed parameter.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https://developers.google.com/earth-engine/guides/client_server</a:t>
            </a:r>
            <a:endParaRPr/>
          </a:p>
          <a:p xmlns:a="http://schemas.openxmlformats.org/drawingml/2006/main">
            <a:r>
              <a:t>- https://www.usgs.gov/centers/eros/science/about-annual-nlcd</a:t>
            </a:r>
            <a:endParaRPr/>
          </a:p>
          <a:p xmlns:a="http://schemas.openxmlformats.org/drawingml/2006/main">
            <a:r>
              <a:t>- https://www.nrcs.usda.gov/sites/default/files/2025-01/NCSS-raster-soil-data-products.pdf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complete sequence before discussing software: define the watershed, measure land cover, resolve HSG, and aggregate observed land-cover–soil pairs.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https://api.water.usgs.gov/docs</a:t>
            </a:r>
            <a:endParaRPr/>
          </a:p>
          <a:p xmlns:a="http://schemas.openxmlformats.org/drawingml/2006/main">
            <a:r>
              <a:t>- https://www.usgs.gov/centers/eros/science/about-annual-nlcd</a:t>
            </a:r>
            <a:endParaRPr/>
          </a:p>
          <a:p xmlns:a="http://schemas.openxmlformats.org/drawingml/2006/main">
            <a:r>
              <a:t>- https://www.nrcs.usda.gov/sites/default/files/2025-01/NCSS-raster-soil-data-products.pdf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user selects the hydrologic meaning of the outlet. The library performs service requests and geometry assembly; it does not decide whether a gage or coordinate represents the intended control point.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https://api.water.usgs.gov/docs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function output fields before showing a map. This prepares participants to interpret the `Watershed` object rather than treating it as an opaque polygon.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https://api.water.usgs.gov/docs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 02 performs the area comparison and displays the boundary on a USGS Topo basemap. Participants should record any discrepancy and decide whether it is acceptable for the intended analysis.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https://api.water.usgs.gov/docs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participants to the setup guide and Readiness Check. Present the two pathways as different data-acquisition routes that share the same scientific questions and reporting schema.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https://developers.google.com/earth-engine/guides/access</a:t>
            </a:r>
            <a:endParaRPr/>
          </a:p>
          <a:p xmlns:a="http://schemas.openxmlformats.org/drawingml/2006/main">
            <a:r>
              <a:t>- https://developers.google.com/earth-engine/guides/auth</a:t>
            </a:r>
            <a:endParaRPr/>
          </a:p>
          <a:p xmlns:a="http://schemas.openxmlformats.org/drawingml/2006/main">
            <a:r>
              <a:t>- https://developers.google.com/earth-engine/guides/python_install-colab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notebook cells can run quickly while the data remain remote. Avoid repeated retrieval of large objects; request compact histograms and statistics that support the watershed calculation.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https://developers.google.com/earth-engine/guides/client_server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`Basin` as a transparent container, not a black box. Notebook 02 shows the lower-level methods before calling the composite convenience method.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https://developers.google.com/earth-engine/guides/client_server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developed land-cover class is categorical, whereas imperviousness is a continuous percent. The library reduces them separately and preserves both for interpretation.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https://www.usgs.gov/centers/eros/science/about-annual-nlcd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tied to the CN lookup. HSG summarizes infiltration and transmission behavior used by the tables; it is not a direct measurement of event infiltration at a pixel.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https://www.nrcs.usda.gov/sites/default/files/2025-01/NCSS-raster-soil-data-products.pdf</a:t>
            </a:r>
            <a:endParaRPr/>
          </a:p>
          <a:p xmlns:a="http://schemas.openxmlformats.org/drawingml/2006/main">
            <a:r>
              <a:t>- https://sdmdataaccess.sc.egov.usda.gov/WebServiceHelp.aspx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two-source join explicitly. It prevents participants from assuming that the gNATSGO raster already contains the final HSG category used in the CN table.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https://www.nrcs.usda.gov/sites/default/files/2025-01/NCSS-raster-soil-data-products.pdf</a:t>
            </a:r>
            <a:endParaRPr/>
          </a:p>
          <a:p xmlns:a="http://schemas.openxmlformats.org/drawingml/2006/main">
            <a:r>
              <a:t>- https://sdmdataaccess.sc.egov.usda.gov/WebServiceHelp.aspx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Difficult Run result demonstrates that soil source and scale can shift the composite more than the measured land-cover trajectory. Treat the global modeled soil product as a sensitivity comparison, not as an interchangeable replacement.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https://www.nrcs.usda.gov/sites/default/files/2025-01/NCSS-raster-soil-data-products.pdf</a:t>
            </a:r>
            <a:endParaRPr/>
          </a:p>
          <a:p xmlns:a="http://schemas.openxmlformats.org/drawingml/2006/main">
            <a:r>
              <a:t>- https://sdmdataaccess.sc.egov.usda.gov/WebServiceHelp.aspx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marginal table retains only separate class totals. The pixelwise joint histogram preserves which land-cover and HSG classes share a location and therefore contributes additional spatial evidence.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https://www.usgs.gov/centers/eros/science/about-annual-nlcd</a:t>
            </a:r>
            <a:endParaRPr/>
          </a:p>
          <a:p xmlns:a="http://schemas.openxmlformats.org/drawingml/2006/main">
            <a:r>
              <a:t>- https://www.nrcs.usda.gov/sites/default/files/2025-01/NCSS-raster-soil-data-products.pdf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holds the raster marginals fixed and changes only the pairing method. The 1.8848-unit difference therefore isolates the independence assumption for this boundary, year, scale, soil source, and condition.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Hydrologic condition is often the largest controllable lookup sensitivity. Ask participants what field or management evidence would support poor, fair, or good for the dominant classes.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slide back to Lab 1. `composite_from_areas` reports weighted-CN and weighted-retention summaries; a fully distributed runoff calculation is a separate operation.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produces a structured provenance record beside the design runoff. Explain that rainfall at a point, basin centroid, or areal-reduction product is a separate choice that should be visible.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https://www.weather.gov/owp/hdsc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to Notebook 02. Participants first inspect watershed identification, delineation, verification, land cover, HSG, joint pairing, lookup, aggregation, independence sensitivity, and design runoff before using the convenience method.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- https://developers.google.com/earth-engine/guides/auth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report-out should name one uncertainty that belongs beside the headline estimate and justify why it is methodologically material for the selected watershed.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from building a single estimate to evaluating change. Emphasize controlled comparison: the study design must state what changes and what is held fixed.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https://www.usgs.gov/centers/eros/science/about-annual-nlcd</a:t>
            </a:r>
            <a:endParaRPr/>
          </a:p>
          <a:p xmlns:a="http://schemas.openxmlformats.org/drawingml/2006/main">
            <a:r>
              <a:t>- https://doi.org/10.1061/(ASCE)0733-9437(1993)119:2(334)</a:t>
            </a:r>
            <a:endParaRPr/>
          </a:p>
          <a:p xmlns:a="http://schemas.openxmlformats.org/drawingml/2006/main">
            <a:r>
              <a:t>- https://power.larc.nasa.gov/docs/services/api/temporal/daily/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 03 prints this control statement before loading the trajectory and again before the optional live Earth Engine calculation.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https://www.usgs.gov/centers/eros/science/about-annual-nlcd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fair-condition trajectory changes by 0.2876 CN units, while the mean poor-to-good spread is 8.4473 units. The methodological band is 29.4 times the measured temporal signal.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Difficult Run and Accotink Creek do not show a common direction or strength of disagreement between table and fitted estimates. A universal correction is not supported by these two records.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https://waterdata.usgs.gov/nwis</a:t>
            </a:r>
            <a:endParaRPr/>
          </a:p>
          <a:p xmlns:a="http://schemas.openxmlformats.org/drawingml/2006/main">
            <a:r>
              <a:t>- https://doi.org/10.1061/(ASCE)0733-9437(1993)119:2(334)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notebook compares classifications rather than declaring one universally superior. The event-response summaries then test whether the continuous wetness rank is hydrologically informative for this record.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https://power.larc.nasa.gov/docs/services/api/temporal/daily/</a:t>
            </a:r>
            <a:endParaRPr/>
          </a:p>
          <a:p xmlns:a="http://schemas.openxmlformats.org/drawingml/2006/main">
            <a:r>
              <a:t>- https://ntrs.nasa.gov/api/citations/20150019760/downloads/20150019760.pdf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wettest third has higher median event CN and runoff ratio than the driest third. Treat this as stratified evidence for the Difficult Run event record, not as a replacement CN table.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https://power.larc.nasa.gov/docs/services/api/temporal/daily/</a:t>
            </a:r>
            <a:endParaRPr/>
          </a:p>
          <a:p xmlns:a="http://schemas.openxmlformats.org/drawingml/2006/main">
            <a:r>
              <a:t>- https://ntrs.nasa.gov/api/citations/20150019760/downloads/20150019760.pdf</a:t>
            </a:r>
            <a:endParaRPr/>
          </a:p>
          <a:p xmlns:a="http://schemas.openxmlformats.org/drawingml/2006/main">
            <a:r>
              <a:t>- https://waterdata.usgs.gov/nwis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to Notebook 03. Participants evaluate the spatial trajectory, compare signal with the hydrologic-condition band, fit the measured gage record, and compare antecedent-state conventions.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whether the observed temporal signal exceeds methodological uncertainty and require evidence from the trajectory, condition band, fitted record, and antecedent-state analysis.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six categories as the minimum metadata needed to interpret and reproduce a reported curve number. A number without this record is analytically incomplete.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reporting example, not a universal wording template. Ask participants to identify which parts are measured, assigned, modeled, or calculated.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- https://api.water.usgs.gov/docs</a:t>
            </a:r>
            <a:endParaRPr/>
          </a:p>
          <a:p xmlns:a="http://schemas.openxmlformats.org/drawingml/2006/main">
            <a:r>
              <a:t>- https://www.usgs.gov/centers/eros/science/about-annual-nlcd</a:t>
            </a:r>
            <a:endParaRPr/>
          </a:p>
          <a:p xmlns:a="http://schemas.openxmlformats.org/drawingml/2006/main">
            <a:r>
              <a:t>- https://www.nrcs.usda.gov/sites/default/files/2025-01/NCSS-raster-soil-data-products.pdf</a:t>
            </a:r>
            <a:endParaRPr/>
          </a:p>
          <a:p xmlns:a="http://schemas.openxmlformats.org/drawingml/2006/main">
            <a:r>
              <a:t>- https://www.weather.gov/owp/hdsc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participants to the setup guide, readiness check, notebooks, data bundle, cnkit documentation, public repository, and workshop portal. The repository is the canonical versioned source.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- https://developers.google.com/earth-engine/guides/access</a:t>
            </a:r>
            <a:endParaRPr/>
          </a:p>
          <a:p xmlns:a="http://schemas.openxmlformats.org/drawingml/2006/main">
            <a:r>
              <a:t>- https://developers.google.com/earth-engine/guides/python_install-colab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opening problem. A curve number becomes defensible when calibration, spatial provenance, aggregation, coverage, and uncertainty accompany the value.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https://directives.nrcs.usda.gov/sites/default/files2/1754923466/Subpart%20H%20%E2%80%93%20Estimation%20of%20Direct%20Runoff%20from%20Storm%20Rainfall.pdf</a:t>
            </a:r>
            <a:endParaRPr/>
          </a:p>
          <a:p xmlns:a="http://schemas.openxmlformats.org/drawingml/2006/main">
            <a:r>
              <a:t>- https://doi.org/10.1061/(ASCE)0733-9437(1993)119:2(334)</a:t>
            </a:r>
            <a:endParaRPr/>
          </a:p>
          <a:p xmlns:a="http://schemas.openxmlformats.org/drawingml/2006/main">
            <a:r>
              <a:t>- https://github.com/skp703/cn-workshop-2026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1b24e23f44ee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7e94850c2b4330" /><Relationship Type="http://schemas.openxmlformats.org/officeDocument/2006/relationships/slideLayout" Target="/ppt/slideLayouts/slideLayout1.xml" Id="R79e1f8e3ca0e401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e1f8e3ca0e401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6eca1b4b94ad4" /><Relationship Type="http://schemas.openxmlformats.org/officeDocument/2006/relationships/notesSlide" Target="/ppt/notesSlides/notesSlide1.xml" Id="Ra0f98d6892c14a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344f8ddc943dc" /><Relationship Type="http://schemas.openxmlformats.org/officeDocument/2006/relationships/notesSlide" Target="/ppt/notesSlides/notesSlide2.xml" Id="R556b8950c7f24e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363fc7b1e41e2" /><Relationship Type="http://schemas.openxmlformats.org/officeDocument/2006/relationships/notesSlide" Target="/ppt/notesSlides/notesSlide3.xml" Id="Re5b4cf19a6a348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ebd0098914b0c" /><Relationship Type="http://schemas.openxmlformats.org/officeDocument/2006/relationships/notesSlide" Target="/ppt/notesSlides/notesSlide4.xml" Id="R9cbaab828c2249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1130b88534a28" /><Relationship Type="http://schemas.openxmlformats.org/officeDocument/2006/relationships/notesSlide" Target="/ppt/notesSlides/notesSlide5.xml" Id="R3d1c1158bddd43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1c37645dc442e" /><Relationship Type="http://schemas.openxmlformats.org/officeDocument/2006/relationships/notesSlide" Target="/ppt/notesSlides/notesSlide6.xml" Id="Rf304ee666df84e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eb54e1def4c3a" /><Relationship Type="http://schemas.openxmlformats.org/officeDocument/2006/relationships/notesSlide" Target="/ppt/notesSlides/notesSlide7.xml" Id="R3291ebb1307f4e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23220580f452f" /><Relationship Type="http://schemas.openxmlformats.org/officeDocument/2006/relationships/notesSlide" Target="/ppt/notesSlides/notesSlide8.xml" Id="R3e89d4cf76b445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b884fd0714e76" /><Relationship Type="http://schemas.openxmlformats.org/officeDocument/2006/relationships/notesSlide" Target="/ppt/notesSlides/notesSlide9.xml" Id="R79fcc5f628794b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55de7ab68486a" /><Relationship Type="http://schemas.openxmlformats.org/officeDocument/2006/relationships/notesSlide" Target="/ppt/notesSlides/notesSlide10.xml" Id="R1788c60bd31d44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d74a7327b4f71" /><Relationship Type="http://schemas.openxmlformats.org/officeDocument/2006/relationships/notesSlide" Target="/ppt/notesSlides/notesSlide11.xml" Id="R783769475e7743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8c989b6584f80" /><Relationship Type="http://schemas.openxmlformats.org/officeDocument/2006/relationships/chart" Target="/ppt/slides/charts/chart1.xml" Id="R1e1d8e871ab2480c" /><Relationship Type="http://schemas.openxmlformats.org/officeDocument/2006/relationships/notesSlide" Target="/ppt/notesSlides/notesSlide12.xml" Id="R2f404de14fa047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cc30671bf48bd" /><Relationship Type="http://schemas.openxmlformats.org/officeDocument/2006/relationships/notesSlide" Target="/ppt/notesSlides/notesSlide13.xml" Id="R15d79c03c5ac45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f5e918e0b4232" /><Relationship Type="http://schemas.openxmlformats.org/officeDocument/2006/relationships/notesSlide" Target="/ppt/notesSlides/notesSlide14.xml" Id="Rb60d3193af0744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90c9990d24059" /><Relationship Type="http://schemas.openxmlformats.org/officeDocument/2006/relationships/notesSlide" Target="/ppt/notesSlides/notesSlide15.xml" Id="Re66be68728c143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2f2e5857d43d8" /><Relationship Type="http://schemas.openxmlformats.org/officeDocument/2006/relationships/notesSlide" Target="/ppt/notesSlides/notesSlide16.xml" Id="R2a6bc96f198d4c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55ecfb0a643ee" /><Relationship Type="http://schemas.openxmlformats.org/officeDocument/2006/relationships/notesSlide" Target="/ppt/notesSlides/notesSlide17.xml" Id="Rbdeada683e6c46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15dc2424e4876" /><Relationship Type="http://schemas.openxmlformats.org/officeDocument/2006/relationships/notesSlide" Target="/ppt/notesSlides/notesSlide18.xml" Id="R7c891cbc982a42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09ce5bfb34519" /><Relationship Type="http://schemas.openxmlformats.org/officeDocument/2006/relationships/notesSlide" Target="/ppt/notesSlides/notesSlide19.xml" Id="R624cc9c989804d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13225e6494fde" /><Relationship Type="http://schemas.openxmlformats.org/officeDocument/2006/relationships/notesSlide" Target="/ppt/notesSlides/notesSlide20.xml" Id="R8a0d1022972f4e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3f981251147d3" /><Relationship Type="http://schemas.openxmlformats.org/officeDocument/2006/relationships/notesSlide" Target="/ppt/notesSlides/notesSlide21.xml" Id="R3c103b177ded41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5ecbe99984a71" /><Relationship Type="http://schemas.openxmlformats.org/officeDocument/2006/relationships/notesSlide" Target="/ppt/notesSlides/notesSlide22.xml" Id="R0d5ba569bb6445d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c3834dec745d2" /><Relationship Type="http://schemas.openxmlformats.org/officeDocument/2006/relationships/notesSlide" Target="/ppt/notesSlides/notesSlide23.xml" Id="Rcde135f7afc4479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127bdf02e45d1" /><Relationship Type="http://schemas.openxmlformats.org/officeDocument/2006/relationships/notesSlide" Target="/ppt/notesSlides/notesSlide24.xml" Id="R6e3185f8bfa848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e60444ad84733" /><Relationship Type="http://schemas.openxmlformats.org/officeDocument/2006/relationships/notesSlide" Target="/ppt/notesSlides/notesSlide25.xml" Id="Rfd821738697e4b0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3d374967b40df" /><Relationship Type="http://schemas.openxmlformats.org/officeDocument/2006/relationships/notesSlide" Target="/ppt/notesSlides/notesSlide26.xml" Id="R4395b3409a05456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5d783b459493c" /><Relationship Type="http://schemas.openxmlformats.org/officeDocument/2006/relationships/notesSlide" Target="/ppt/notesSlides/notesSlide27.xml" Id="Rd76a4e6a5e934e1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716f083da4c06" /><Relationship Type="http://schemas.openxmlformats.org/officeDocument/2006/relationships/notesSlide" Target="/ppt/notesSlides/notesSlide28.xml" Id="R13dc29c6cb1245b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e24b0053643cb" /><Relationship Type="http://schemas.openxmlformats.org/officeDocument/2006/relationships/notesSlide" Target="/ppt/notesSlides/notesSlide29.xml" Id="Rf0cbb88b0f4745e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7a927b9fa4474" /><Relationship Type="http://schemas.openxmlformats.org/officeDocument/2006/relationships/notesSlide" Target="/ppt/notesSlides/notesSlide30.xml" Id="R75f95998a029411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bd8975fb44add" /><Relationship Type="http://schemas.openxmlformats.org/officeDocument/2006/relationships/notesSlide" Target="/ppt/notesSlides/notesSlide31.xml" Id="R043a18f666b24e7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fa7e36ffb4157" /><Relationship Type="http://schemas.openxmlformats.org/officeDocument/2006/relationships/notesSlide" Target="/ppt/notesSlides/notesSlide32.xml" Id="Rf1e3c5073c5b4c2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47eeecd4c45d7" /><Relationship Type="http://schemas.openxmlformats.org/officeDocument/2006/relationships/notesSlide" Target="/ppt/notesSlides/notesSlide33.xml" Id="R0eaf6a2fb78448b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37e0a12d54edf" /><Relationship Type="http://schemas.openxmlformats.org/officeDocument/2006/relationships/notesSlide" Target="/ppt/notesSlides/notesSlide34.xml" Id="R3e6179096fa04c4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a57000a6b4950" /><Relationship Type="http://schemas.openxmlformats.org/officeDocument/2006/relationships/notesSlide" Target="/ppt/notesSlides/notesSlide35.xml" Id="R50e3cf14a004420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b8f06290d4afc" /><Relationship Type="http://schemas.openxmlformats.org/officeDocument/2006/relationships/notesSlide" Target="/ppt/notesSlides/notesSlide36.xml" Id="R79f314ca8a1147c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365cf52cc4d60" /><Relationship Type="http://schemas.openxmlformats.org/officeDocument/2006/relationships/notesSlide" Target="/ppt/notesSlides/notesSlide37.xml" Id="Ra67828b3290a4de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f4ba374604bc3" /><Relationship Type="http://schemas.openxmlformats.org/officeDocument/2006/relationships/notesSlide" Target="/ppt/notesSlides/notesSlide38.xml" Id="R9027b9913f74457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92452e4274b50" /><Relationship Type="http://schemas.openxmlformats.org/officeDocument/2006/relationships/chart" Target="/ppt/slides/charts/chart2.xml" Id="R6c6ae163ce864f97" /><Relationship Type="http://schemas.openxmlformats.org/officeDocument/2006/relationships/notesSlide" Target="/ppt/notesSlides/notesSlide39.xml" Id="R6b90ece7253447e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81c7673b8409f" /><Relationship Type="http://schemas.openxmlformats.org/officeDocument/2006/relationships/notesSlide" Target="/ppt/notesSlides/notesSlide40.xml" Id="R4ce589ece42949a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78b03e1f54eff" /><Relationship Type="http://schemas.openxmlformats.org/officeDocument/2006/relationships/notesSlide" Target="/ppt/notesSlides/notesSlide41.xml" Id="R8804eebfaf65420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70dc9b11f47ea" /><Relationship Type="http://schemas.openxmlformats.org/officeDocument/2006/relationships/notesSlide" Target="/ppt/notesSlides/notesSlide42.xml" Id="R7826a16efbb545c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7d0f5e8264ab8" /><Relationship Type="http://schemas.openxmlformats.org/officeDocument/2006/relationships/notesSlide" Target="/ppt/notesSlides/notesSlide43.xml" Id="R572cc33038f94d1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3f08e549f4418" /><Relationship Type="http://schemas.openxmlformats.org/officeDocument/2006/relationships/notesSlide" Target="/ppt/notesSlides/notesSlide44.xml" Id="R27216b9c648a4e2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227cb41a2437f" /><Relationship Type="http://schemas.openxmlformats.org/officeDocument/2006/relationships/notesSlide" Target="/ppt/notesSlides/notesSlide45.xml" Id="R326e2267668d411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6a318d2664cf8" /><Relationship Type="http://schemas.openxmlformats.org/officeDocument/2006/relationships/notesSlide" Target="/ppt/notesSlides/notesSlide46.xml" Id="Rc3a704c4c88849f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6542f90de412c" /><Relationship Type="http://schemas.openxmlformats.org/officeDocument/2006/relationships/notesSlide" Target="/ppt/notesSlides/notesSlide47.xml" Id="R11491b96fe60439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a7272c69b4c38" /><Relationship Type="http://schemas.openxmlformats.org/officeDocument/2006/relationships/notesSlide" Target="/ppt/notesSlides/notesSlide48.xml" Id="R06b3d1aec53d41a4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Observed storms</c:v>
          </c:tx>
          <c:spPr>
            <a:solidFill xmlns:a="http://schemas.openxmlformats.org/drawingml/2006/main">
              <a:srgbClr val="0B7898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570"/>
              <c:pt idx="0">
                <c:v>1.48</c:v>
              </c:pt>
              <c:pt idx="1">
                <c:v>1.68</c:v>
              </c:pt>
              <c:pt idx="2">
                <c:v>1.79</c:v>
              </c:pt>
              <c:pt idx="3">
                <c:v>1.3000000000000003</c:v>
              </c:pt>
              <c:pt idx="4">
                <c:v>1.63</c:v>
              </c:pt>
              <c:pt idx="5">
                <c:v>2.59</c:v>
              </c:pt>
              <c:pt idx="6">
                <c:v>1.19</c:v>
              </c:pt>
              <c:pt idx="7">
                <c:v>3.379999999999999</c:v>
              </c:pt>
              <c:pt idx="8">
                <c:v>2.4400000000000004</c:v>
              </c:pt>
              <c:pt idx="9">
                <c:v>2.79</c:v>
              </c:pt>
              <c:pt idx="10">
                <c:v>1.5300000000000002</c:v>
              </c:pt>
              <c:pt idx="11">
                <c:v>1.08</c:v>
              </c:pt>
              <c:pt idx="12">
                <c:v>1.14</c:v>
              </c:pt>
              <c:pt idx="13">
                <c:v>3.8299999999999996</c:v>
              </c:pt>
              <c:pt idx="14">
                <c:v>2.27</c:v>
              </c:pt>
              <c:pt idx="15">
                <c:v>1</c:v>
              </c:pt>
              <c:pt idx="16">
                <c:v>1.2999999999999996</c:v>
              </c:pt>
              <c:pt idx="17">
                <c:v>1.1300000000000001</c:v>
              </c:pt>
              <c:pt idx="18">
                <c:v>1.1400000000000001</c:v>
              </c:pt>
              <c:pt idx="19">
                <c:v>1.03</c:v>
              </c:pt>
              <c:pt idx="20">
                <c:v>1.5100000000000002</c:v>
              </c:pt>
              <c:pt idx="21">
                <c:v>2.1999999999999997</c:v>
              </c:pt>
              <c:pt idx="22">
                <c:v>1.0999999999999999</c:v>
              </c:pt>
              <c:pt idx="23">
                <c:v>1.04</c:v>
              </c:pt>
              <c:pt idx="24">
                <c:v>1.6900000000000004</c:v>
              </c:pt>
              <c:pt idx="25">
                <c:v>1.5199999999999998</c:v>
              </c:pt>
              <c:pt idx="26">
                <c:v>1.76</c:v>
              </c:pt>
              <c:pt idx="27">
                <c:v>1.3</c:v>
              </c:pt>
              <c:pt idx="28">
                <c:v>1.4000000000000001</c:v>
              </c:pt>
              <c:pt idx="29">
                <c:v>2.33</c:v>
              </c:pt>
              <c:pt idx="30">
                <c:v>1.13</c:v>
              </c:pt>
              <c:pt idx="31">
                <c:v>1.1700000000000002</c:v>
              </c:pt>
              <c:pt idx="32">
                <c:v>1.41</c:v>
              </c:pt>
              <c:pt idx="33">
                <c:v>1.56</c:v>
              </c:pt>
              <c:pt idx="34">
                <c:v>2.5400000000000005</c:v>
              </c:pt>
              <c:pt idx="35">
                <c:v>1.5200000000000002</c:v>
              </c:pt>
              <c:pt idx="36">
                <c:v>1.41</c:v>
              </c:pt>
              <c:pt idx="37">
                <c:v>4.21</c:v>
              </c:pt>
              <c:pt idx="38">
                <c:v>1.2300000000000002</c:v>
              </c:pt>
              <c:pt idx="39">
                <c:v>1.98</c:v>
              </c:pt>
              <c:pt idx="40">
                <c:v>1.7300000000000002</c:v>
              </c:pt>
              <c:pt idx="41">
                <c:v>2.17</c:v>
              </c:pt>
              <c:pt idx="42">
                <c:v>1.3100000000000005</c:v>
              </c:pt>
              <c:pt idx="43">
                <c:v>1.96</c:v>
              </c:pt>
              <c:pt idx="44">
                <c:v>1.7699999999999998</c:v>
              </c:pt>
              <c:pt idx="45">
                <c:v>2.84</c:v>
              </c:pt>
              <c:pt idx="46">
                <c:v>1.51</c:v>
              </c:pt>
              <c:pt idx="47">
                <c:v>1.01</c:v>
              </c:pt>
              <c:pt idx="48">
                <c:v>2.4</c:v>
              </c:pt>
              <c:pt idx="49">
                <c:v>1.9800000000000002</c:v>
              </c:pt>
              <c:pt idx="50">
                <c:v>1.05</c:v>
              </c:pt>
              <c:pt idx="51">
                <c:v>2.25</c:v>
              </c:pt>
              <c:pt idx="52">
                <c:v>1.13</c:v>
              </c:pt>
              <c:pt idx="53">
                <c:v>1.49</c:v>
              </c:pt>
              <c:pt idx="54">
                <c:v>1.07</c:v>
              </c:pt>
              <c:pt idx="55">
                <c:v>1.2</c:v>
              </c:pt>
              <c:pt idx="56">
                <c:v>4.21</c:v>
              </c:pt>
              <c:pt idx="57">
                <c:v>1.1300000000000001</c:v>
              </c:pt>
              <c:pt idx="58">
                <c:v>1.57</c:v>
              </c:pt>
              <c:pt idx="59">
                <c:v>4.59</c:v>
              </c:pt>
              <c:pt idx="60">
                <c:v>2.28</c:v>
              </c:pt>
              <c:pt idx="61">
                <c:v>1.13</c:v>
              </c:pt>
              <c:pt idx="62">
                <c:v>2.06</c:v>
              </c:pt>
              <c:pt idx="63">
                <c:v>1.7300000000000004</c:v>
              </c:pt>
              <c:pt idx="64">
                <c:v>2.1399999999999997</c:v>
              </c:pt>
              <c:pt idx="65">
                <c:v>1.17</c:v>
              </c:pt>
              <c:pt idx="66">
                <c:v>3.369999999999999</c:v>
              </c:pt>
              <c:pt idx="67">
                <c:v>1.1700000000000002</c:v>
              </c:pt>
              <c:pt idx="68">
                <c:v>1.4800000000000002</c:v>
              </c:pt>
              <c:pt idx="69">
                <c:v>1.11</c:v>
              </c:pt>
              <c:pt idx="70">
                <c:v>1.1699999999999997</c:v>
              </c:pt>
              <c:pt idx="71">
                <c:v>1.04</c:v>
              </c:pt>
              <c:pt idx="72">
                <c:v>3.3000000000000003</c:v>
              </c:pt>
              <c:pt idx="73">
                <c:v>3.0099999999999993</c:v>
              </c:pt>
              <c:pt idx="74">
                <c:v>1.0899999999999999</c:v>
              </c:pt>
              <c:pt idx="75">
                <c:v>1.38</c:v>
              </c:pt>
              <c:pt idx="76">
                <c:v>1.6400000000000001</c:v>
              </c:pt>
              <c:pt idx="77">
                <c:v>1.05</c:v>
              </c:pt>
              <c:pt idx="78">
                <c:v>1.0799999999999998</c:v>
              </c:pt>
              <c:pt idx="79">
                <c:v>1.33</c:v>
              </c:pt>
              <c:pt idx="80">
                <c:v>1.15</c:v>
              </c:pt>
              <c:pt idx="81">
                <c:v>1.02</c:v>
              </c:pt>
              <c:pt idx="82">
                <c:v>1.48</c:v>
              </c:pt>
              <c:pt idx="83">
                <c:v>1.13</c:v>
              </c:pt>
              <c:pt idx="84">
                <c:v>2.04</c:v>
              </c:pt>
              <c:pt idx="85">
                <c:v>2.81</c:v>
              </c:pt>
              <c:pt idx="86">
                <c:v>2.12</c:v>
              </c:pt>
              <c:pt idx="87">
                <c:v>1.28</c:v>
              </c:pt>
              <c:pt idx="88">
                <c:v>1.5799999999999998</c:v>
              </c:pt>
              <c:pt idx="89">
                <c:v>1.4099999999999997</c:v>
              </c:pt>
              <c:pt idx="90">
                <c:v>1.62</c:v>
              </c:pt>
              <c:pt idx="91">
                <c:v>2.17</c:v>
              </c:pt>
              <c:pt idx="92">
                <c:v>1.3699999999999999</c:v>
              </c:pt>
              <c:pt idx="93">
                <c:v>1.01</c:v>
              </c:pt>
              <c:pt idx="94">
                <c:v>1.24</c:v>
              </c:pt>
              <c:pt idx="95">
                <c:v>2.410000000000001</c:v>
              </c:pt>
              <c:pt idx="96">
                <c:v>1.3300000000000003</c:v>
              </c:pt>
              <c:pt idx="97">
                <c:v>1</c:v>
              </c:pt>
              <c:pt idx="98">
                <c:v>1.1299999999999997</c:v>
              </c:pt>
              <c:pt idx="99">
                <c:v>4.04</c:v>
              </c:pt>
              <c:pt idx="100">
                <c:v>1.4699999999999998</c:v>
              </c:pt>
              <c:pt idx="101">
                <c:v>1.3199999999999998</c:v>
              </c:pt>
              <c:pt idx="102">
                <c:v>2.1300000000000003</c:v>
              </c:pt>
              <c:pt idx="103">
                <c:v>1.04</c:v>
              </c:pt>
              <c:pt idx="104">
                <c:v>2.41</c:v>
              </c:pt>
              <c:pt idx="105">
                <c:v>1.9100000000000004</c:v>
              </c:pt>
              <c:pt idx="106">
                <c:v>2.3000000000000003</c:v>
              </c:pt>
              <c:pt idx="107">
                <c:v>4.6899999999999995</c:v>
              </c:pt>
              <c:pt idx="108">
                <c:v>1.1800000000000002</c:v>
              </c:pt>
              <c:pt idx="109">
                <c:v>1.6800000000000002</c:v>
              </c:pt>
              <c:pt idx="110">
                <c:v>2.9299999999999993</c:v>
              </c:pt>
              <c:pt idx="111">
                <c:v>2.64</c:v>
              </c:pt>
              <c:pt idx="112">
                <c:v>1.6500000000000001</c:v>
              </c:pt>
              <c:pt idx="113">
                <c:v>1.5499999999999998</c:v>
              </c:pt>
              <c:pt idx="114">
                <c:v>2.06</c:v>
              </c:pt>
              <c:pt idx="115">
                <c:v>1.15</c:v>
              </c:pt>
              <c:pt idx="116">
                <c:v>2.55</c:v>
              </c:pt>
              <c:pt idx="117">
                <c:v>1.0899999999999999</c:v>
              </c:pt>
              <c:pt idx="118">
                <c:v>2.24</c:v>
              </c:pt>
              <c:pt idx="119">
                <c:v>1.4300000000000002</c:v>
              </c:pt>
              <c:pt idx="120">
                <c:v>2.08</c:v>
              </c:pt>
              <c:pt idx="121">
                <c:v>1.9699999999999995</c:v>
              </c:pt>
              <c:pt idx="122">
                <c:v>1.3399999999999999</c:v>
              </c:pt>
              <c:pt idx="123">
                <c:v>1.5499999999999998</c:v>
              </c:pt>
              <c:pt idx="124">
                <c:v>3.5000000000000004</c:v>
              </c:pt>
              <c:pt idx="125">
                <c:v>1.1</c:v>
              </c:pt>
              <c:pt idx="126">
                <c:v>1.8100000000000003</c:v>
              </c:pt>
              <c:pt idx="127">
                <c:v>2.17</c:v>
              </c:pt>
              <c:pt idx="128">
                <c:v>2.8600000000000008</c:v>
              </c:pt>
              <c:pt idx="129">
                <c:v>1.6200000000000006</c:v>
              </c:pt>
              <c:pt idx="130">
                <c:v>1.5999999999999999</c:v>
              </c:pt>
              <c:pt idx="131">
                <c:v>1.53</c:v>
              </c:pt>
              <c:pt idx="132">
                <c:v>3.6099999999999994</c:v>
              </c:pt>
              <c:pt idx="133">
                <c:v>1.08</c:v>
              </c:pt>
              <c:pt idx="134">
                <c:v>1.22</c:v>
              </c:pt>
              <c:pt idx="135">
                <c:v>4.069999999999999</c:v>
              </c:pt>
              <c:pt idx="136">
                <c:v>2.7800000000000002</c:v>
              </c:pt>
              <c:pt idx="137">
                <c:v>1.15</c:v>
              </c:pt>
              <c:pt idx="138">
                <c:v>1.2899999999999998</c:v>
              </c:pt>
              <c:pt idx="139">
                <c:v>1.26</c:v>
              </c:pt>
              <c:pt idx="140">
                <c:v>2.55</c:v>
              </c:pt>
              <c:pt idx="141">
                <c:v>1.36</c:v>
              </c:pt>
              <c:pt idx="142">
                <c:v>1.14</c:v>
              </c:pt>
              <c:pt idx="143">
                <c:v>1</c:v>
              </c:pt>
              <c:pt idx="144">
                <c:v>2.6799999999999997</c:v>
              </c:pt>
              <c:pt idx="145">
                <c:v>4.369999999999999</c:v>
              </c:pt>
              <c:pt idx="146">
                <c:v>3.4</c:v>
              </c:pt>
              <c:pt idx="147">
                <c:v>1.5600000000000003</c:v>
              </c:pt>
              <c:pt idx="148">
                <c:v>1.6199999999999997</c:v>
              </c:pt>
              <c:pt idx="149">
                <c:v>1.29</c:v>
              </c:pt>
              <c:pt idx="150">
                <c:v>1.39</c:v>
              </c:pt>
              <c:pt idx="151">
                <c:v>1.26</c:v>
              </c:pt>
              <c:pt idx="152">
                <c:v>1.8299999999999998</c:v>
              </c:pt>
              <c:pt idx="153">
                <c:v>3.120000000000001</c:v>
              </c:pt>
              <c:pt idx="154">
                <c:v>1.48</c:v>
              </c:pt>
              <c:pt idx="155">
                <c:v>1.5800000000000003</c:v>
              </c:pt>
              <c:pt idx="156">
                <c:v>1.15</c:v>
              </c:pt>
              <c:pt idx="157">
                <c:v>1.5599999999999998</c:v>
              </c:pt>
              <c:pt idx="158">
                <c:v>2.7700000000000005</c:v>
              </c:pt>
              <c:pt idx="159">
                <c:v>1.63</c:v>
              </c:pt>
              <c:pt idx="160">
                <c:v>1.18</c:v>
              </c:pt>
              <c:pt idx="161">
                <c:v>2.5799999999999996</c:v>
              </c:pt>
              <c:pt idx="162">
                <c:v>1.4399999999999995</c:v>
              </c:pt>
              <c:pt idx="163">
                <c:v>1.7999999999999998</c:v>
              </c:pt>
              <c:pt idx="164">
                <c:v>1.2399999999999998</c:v>
              </c:pt>
              <c:pt idx="165">
                <c:v>1.57</c:v>
              </c:pt>
              <c:pt idx="166">
                <c:v>1.9000000000000004</c:v>
              </c:pt>
              <c:pt idx="167">
                <c:v>1.8299999999999996</c:v>
              </c:pt>
              <c:pt idx="168">
                <c:v>3.3600000000000003</c:v>
              </c:pt>
              <c:pt idx="169">
                <c:v>2.51</c:v>
              </c:pt>
              <c:pt idx="170">
                <c:v>1.6500000000000001</c:v>
              </c:pt>
              <c:pt idx="171">
                <c:v>1.33</c:v>
              </c:pt>
              <c:pt idx="172">
                <c:v>2.0200000000000005</c:v>
              </c:pt>
              <c:pt idx="173">
                <c:v>1.4300000000000002</c:v>
              </c:pt>
              <c:pt idx="174">
                <c:v>1.3899999999999997</c:v>
              </c:pt>
              <c:pt idx="175">
                <c:v>1.0699999999999998</c:v>
              </c:pt>
              <c:pt idx="176">
                <c:v>3.7899999999999996</c:v>
              </c:pt>
              <c:pt idx="177">
                <c:v>1.2000000000000002</c:v>
              </c:pt>
              <c:pt idx="178">
                <c:v>1.08</c:v>
              </c:pt>
              <c:pt idx="179">
                <c:v>1.2999999999999998</c:v>
              </c:pt>
              <c:pt idx="180">
                <c:v>1.11</c:v>
              </c:pt>
              <c:pt idx="181">
                <c:v>2.68</c:v>
              </c:pt>
              <c:pt idx="182">
                <c:v>1.12</c:v>
              </c:pt>
              <c:pt idx="183">
                <c:v>1.3899999999999997</c:v>
              </c:pt>
              <c:pt idx="184">
                <c:v>1.2</c:v>
              </c:pt>
              <c:pt idx="185">
                <c:v>1.09</c:v>
              </c:pt>
              <c:pt idx="186">
                <c:v>1.5400000000000003</c:v>
              </c:pt>
              <c:pt idx="187">
                <c:v>2.0799999999999996</c:v>
              </c:pt>
              <c:pt idx="188">
                <c:v>2.1100000000000003</c:v>
              </c:pt>
              <c:pt idx="189">
                <c:v>1.4199999999999997</c:v>
              </c:pt>
              <c:pt idx="190">
                <c:v>1.9300000000000002</c:v>
              </c:pt>
              <c:pt idx="191">
                <c:v>1.01</c:v>
              </c:pt>
              <c:pt idx="192">
                <c:v>1.5300000000000005</c:v>
              </c:pt>
              <c:pt idx="193">
                <c:v>1.54</c:v>
              </c:pt>
              <c:pt idx="194">
                <c:v>2.1200000000000006</c:v>
              </c:pt>
              <c:pt idx="195">
                <c:v>1.2200000000000002</c:v>
              </c:pt>
              <c:pt idx="196">
                <c:v>1.07</c:v>
              </c:pt>
              <c:pt idx="197">
                <c:v>2.0000000000000004</c:v>
              </c:pt>
              <c:pt idx="198">
                <c:v>2.39</c:v>
              </c:pt>
              <c:pt idx="199">
                <c:v>2.79</c:v>
              </c:pt>
              <c:pt idx="200">
                <c:v>2.1399999999999997</c:v>
              </c:pt>
              <c:pt idx="201">
                <c:v>1.7600000000000002</c:v>
              </c:pt>
              <c:pt idx="202">
                <c:v>1.4599999999999997</c:v>
              </c:pt>
              <c:pt idx="203">
                <c:v>1.9400000000000004</c:v>
              </c:pt>
              <c:pt idx="204">
                <c:v>3.0200000000000005</c:v>
              </c:pt>
              <c:pt idx="205">
                <c:v>1.9699999999999998</c:v>
              </c:pt>
              <c:pt idx="206">
                <c:v>1.85</c:v>
              </c:pt>
              <c:pt idx="207">
                <c:v>2.85</c:v>
              </c:pt>
              <c:pt idx="208">
                <c:v>1.6500000000000001</c:v>
              </c:pt>
              <c:pt idx="209">
                <c:v>2.17</c:v>
              </c:pt>
              <c:pt idx="210">
                <c:v>2.5300000000000002</c:v>
              </c:pt>
              <c:pt idx="211">
                <c:v>1.26</c:v>
              </c:pt>
              <c:pt idx="212">
                <c:v>2.18</c:v>
              </c:pt>
              <c:pt idx="213">
                <c:v>2.55</c:v>
              </c:pt>
              <c:pt idx="214">
                <c:v>1.4400000000000002</c:v>
              </c:pt>
              <c:pt idx="215">
                <c:v>2.9000000000000004</c:v>
              </c:pt>
              <c:pt idx="216">
                <c:v>1.82</c:v>
              </c:pt>
              <c:pt idx="217">
                <c:v>1.8399999999999999</c:v>
              </c:pt>
              <c:pt idx="218">
                <c:v>1.5300000000000002</c:v>
              </c:pt>
              <c:pt idx="219">
                <c:v>1.8400000000000003</c:v>
              </c:pt>
              <c:pt idx="220">
                <c:v>1.57</c:v>
              </c:pt>
              <c:pt idx="221">
                <c:v>1.1400000000000001</c:v>
              </c:pt>
              <c:pt idx="222">
                <c:v>1.8899999999999997</c:v>
              </c:pt>
              <c:pt idx="223">
                <c:v>2.079999999999999</c:v>
              </c:pt>
              <c:pt idx="224">
                <c:v>1.7400000000000002</c:v>
              </c:pt>
              <c:pt idx="225">
                <c:v>1.02</c:v>
              </c:pt>
              <c:pt idx="226">
                <c:v>3.4699999999999998</c:v>
              </c:pt>
              <c:pt idx="227">
                <c:v>1.5499999999999998</c:v>
              </c:pt>
              <c:pt idx="228">
                <c:v>1.9100000000000001</c:v>
              </c:pt>
              <c:pt idx="229">
                <c:v>1.9800000000000004</c:v>
              </c:pt>
              <c:pt idx="230">
                <c:v>1.81</c:v>
              </c:pt>
              <c:pt idx="231">
                <c:v>1.35</c:v>
              </c:pt>
              <c:pt idx="232">
                <c:v>2.1</c:v>
              </c:pt>
              <c:pt idx="233">
                <c:v>1.1899999999999997</c:v>
              </c:pt>
              <c:pt idx="234">
                <c:v>1.84</c:v>
              </c:pt>
              <c:pt idx="235">
                <c:v>1.8800000000000003</c:v>
              </c:pt>
              <c:pt idx="236">
                <c:v>2.02</c:v>
              </c:pt>
              <c:pt idx="237">
                <c:v>2.1900000000000004</c:v>
              </c:pt>
              <c:pt idx="238">
                <c:v>1.1899999999999995</c:v>
              </c:pt>
              <c:pt idx="239">
                <c:v>1.0299999999999998</c:v>
              </c:pt>
              <c:pt idx="240">
                <c:v>2.96</c:v>
              </c:pt>
              <c:pt idx="241">
                <c:v>2.09</c:v>
              </c:pt>
              <c:pt idx="242">
                <c:v>1.29</c:v>
              </c:pt>
              <c:pt idx="243">
                <c:v>2.6699999999999995</c:v>
              </c:pt>
              <c:pt idx="244">
                <c:v>1.2400000000000002</c:v>
              </c:pt>
              <c:pt idx="245">
                <c:v>1.59</c:v>
              </c:pt>
              <c:pt idx="246">
                <c:v>7.0600000000000005</c:v>
              </c:pt>
              <c:pt idx="247">
                <c:v>1.2399999999999998</c:v>
              </c:pt>
              <c:pt idx="248">
                <c:v>1.1800000000000002</c:v>
              </c:pt>
              <c:pt idx="249">
                <c:v>1.17</c:v>
              </c:pt>
              <c:pt idx="250">
                <c:v>1.6600000000000001</c:v>
              </c:pt>
              <c:pt idx="251">
                <c:v>1.1500000000000001</c:v>
              </c:pt>
              <c:pt idx="252">
                <c:v>8.39</c:v>
              </c:pt>
              <c:pt idx="253">
                <c:v>2.8500000000000005</c:v>
              </c:pt>
              <c:pt idx="254">
                <c:v>1.29</c:v>
              </c:pt>
              <c:pt idx="255">
                <c:v>2.0999999999999996</c:v>
              </c:pt>
              <c:pt idx="256">
                <c:v>1.17</c:v>
              </c:pt>
              <c:pt idx="257">
                <c:v>1.6699999999999997</c:v>
              </c:pt>
              <c:pt idx="258">
                <c:v>2.22</c:v>
              </c:pt>
              <c:pt idx="259">
                <c:v>1.0500000000000003</c:v>
              </c:pt>
              <c:pt idx="260">
                <c:v>1.5999999999999999</c:v>
              </c:pt>
              <c:pt idx="261">
                <c:v>2.23</c:v>
              </c:pt>
              <c:pt idx="262">
                <c:v>2.440000000000001</c:v>
              </c:pt>
              <c:pt idx="263">
                <c:v>1.0199999999999998</c:v>
              </c:pt>
              <c:pt idx="264">
                <c:v>1.2300000000000004</c:v>
              </c:pt>
              <c:pt idx="265">
                <c:v>1.86</c:v>
              </c:pt>
              <c:pt idx="266">
                <c:v>3.5900000000000003</c:v>
              </c:pt>
              <c:pt idx="267">
                <c:v>1.6199999999999997</c:v>
              </c:pt>
              <c:pt idx="268">
                <c:v>1.64</c:v>
              </c:pt>
              <c:pt idx="269">
                <c:v>1.02</c:v>
              </c:pt>
              <c:pt idx="270">
                <c:v>3.8400000000000003</c:v>
              </c:pt>
              <c:pt idx="271">
                <c:v>1.1</c:v>
              </c:pt>
              <c:pt idx="272">
                <c:v>5.65</c:v>
              </c:pt>
              <c:pt idx="273">
                <c:v>2.2600000000000002</c:v>
              </c:pt>
              <c:pt idx="274">
                <c:v>1.05</c:v>
              </c:pt>
              <c:pt idx="275">
                <c:v>1.3300000000000005</c:v>
              </c:pt>
              <c:pt idx="276">
                <c:v>7.379999999999999</c:v>
              </c:pt>
              <c:pt idx="277">
                <c:v>1.4600000000000002</c:v>
              </c:pt>
              <c:pt idx="278">
                <c:v>1.3199999999999998</c:v>
              </c:pt>
              <c:pt idx="279">
                <c:v>1.29</c:v>
              </c:pt>
              <c:pt idx="280">
                <c:v>1.55</c:v>
              </c:pt>
              <c:pt idx="281">
                <c:v>2.08</c:v>
              </c:pt>
              <c:pt idx="282">
                <c:v>1.2200000000000002</c:v>
              </c:pt>
              <c:pt idx="283">
                <c:v>1.9599999999999997</c:v>
              </c:pt>
              <c:pt idx="284">
                <c:v>3.7099999999999995</c:v>
              </c:pt>
              <c:pt idx="285">
                <c:v>2.3999999999999995</c:v>
              </c:pt>
              <c:pt idx="286">
                <c:v>1.0500000000000003</c:v>
              </c:pt>
              <c:pt idx="287">
                <c:v>3.1500000000000004</c:v>
              </c:pt>
              <c:pt idx="288">
                <c:v>1.4500000000000004</c:v>
              </c:pt>
              <c:pt idx="289">
                <c:v>2.1500000000000004</c:v>
              </c:pt>
              <c:pt idx="290">
                <c:v>1.43</c:v>
              </c:pt>
              <c:pt idx="291">
                <c:v>1.1300000000000001</c:v>
              </c:pt>
              <c:pt idx="292">
                <c:v>2.54</c:v>
              </c:pt>
              <c:pt idx="293">
                <c:v>1.1700000000000002</c:v>
              </c:pt>
              <c:pt idx="294">
                <c:v>1.4000000000000001</c:v>
              </c:pt>
              <c:pt idx="295">
                <c:v>2.5</c:v>
              </c:pt>
              <c:pt idx="296">
                <c:v>1.08</c:v>
              </c:pt>
              <c:pt idx="297">
                <c:v>1.4599999999999997</c:v>
              </c:pt>
              <c:pt idx="298">
                <c:v>2.0700000000000003</c:v>
              </c:pt>
              <c:pt idx="299">
                <c:v>1.23</c:v>
              </c:pt>
              <c:pt idx="300">
                <c:v>1.6400000000000001</c:v>
              </c:pt>
              <c:pt idx="301">
                <c:v>1.4800000000000002</c:v>
              </c:pt>
              <c:pt idx="302">
                <c:v>1.5899999999999999</c:v>
              </c:pt>
              <c:pt idx="303">
                <c:v>2.81</c:v>
              </c:pt>
              <c:pt idx="304">
                <c:v>1.0399999999999998</c:v>
              </c:pt>
              <c:pt idx="305">
                <c:v>2.120000000000001</c:v>
              </c:pt>
              <c:pt idx="306">
                <c:v>2.3700000000000006</c:v>
              </c:pt>
              <c:pt idx="307">
                <c:v>1</c:v>
              </c:pt>
              <c:pt idx="308">
                <c:v>2.4699999999999998</c:v>
              </c:pt>
              <c:pt idx="309">
                <c:v>1.25</c:v>
              </c:pt>
              <c:pt idx="310">
                <c:v>1.9699999999999998</c:v>
              </c:pt>
              <c:pt idx="311">
                <c:v>3</c:v>
              </c:pt>
              <c:pt idx="312">
                <c:v>6.2</c:v>
              </c:pt>
              <c:pt idx="313">
                <c:v>1.02</c:v>
              </c:pt>
              <c:pt idx="314">
                <c:v>1.1099999999999999</c:v>
              </c:pt>
              <c:pt idx="315">
                <c:v>1.34</c:v>
              </c:pt>
              <c:pt idx="316">
                <c:v>1.0399999999999998</c:v>
              </c:pt>
              <c:pt idx="317">
                <c:v>1.03</c:v>
              </c:pt>
              <c:pt idx="318">
                <c:v>1.62</c:v>
              </c:pt>
              <c:pt idx="319">
                <c:v>2.31</c:v>
              </c:pt>
              <c:pt idx="320">
                <c:v>1.8</c:v>
              </c:pt>
              <c:pt idx="321">
                <c:v>1.43</c:v>
              </c:pt>
              <c:pt idx="322">
                <c:v>2.4700000000000006</c:v>
              </c:pt>
              <c:pt idx="323">
                <c:v>2.1799999999999997</c:v>
              </c:pt>
              <c:pt idx="324">
                <c:v>9.579999999999998</c:v>
              </c:pt>
              <c:pt idx="325">
                <c:v>2.41</c:v>
              </c:pt>
              <c:pt idx="326">
                <c:v>1.4600000000000002</c:v>
              </c:pt>
              <c:pt idx="327">
                <c:v>1.1700000000000002</c:v>
              </c:pt>
              <c:pt idx="328">
                <c:v>2.6000000000000005</c:v>
              </c:pt>
              <c:pt idx="329">
                <c:v>1.29</c:v>
              </c:pt>
              <c:pt idx="330">
                <c:v>1.4000000000000004</c:v>
              </c:pt>
              <c:pt idx="331">
                <c:v>1.0700000000000003</c:v>
              </c:pt>
              <c:pt idx="332">
                <c:v>1.5599999999999998</c:v>
              </c:pt>
              <c:pt idx="333">
                <c:v>1.94</c:v>
              </c:pt>
              <c:pt idx="334">
                <c:v>1.5999999999999999</c:v>
              </c:pt>
              <c:pt idx="335">
                <c:v>1.3800000000000001</c:v>
              </c:pt>
              <c:pt idx="336">
                <c:v>1.02</c:v>
              </c:pt>
              <c:pt idx="337">
                <c:v>1.93</c:v>
              </c:pt>
              <c:pt idx="338">
                <c:v>5.880000000000001</c:v>
              </c:pt>
              <c:pt idx="339">
                <c:v>1.11</c:v>
              </c:pt>
              <c:pt idx="340">
                <c:v>1.8399999999999999</c:v>
              </c:pt>
              <c:pt idx="341">
                <c:v>1.26</c:v>
              </c:pt>
              <c:pt idx="342">
                <c:v>1.5499999999999998</c:v>
              </c:pt>
              <c:pt idx="343">
                <c:v>1.1500000000000001</c:v>
              </c:pt>
              <c:pt idx="344">
                <c:v>1.2199999999999998</c:v>
              </c:pt>
              <c:pt idx="345">
                <c:v>2.38</c:v>
              </c:pt>
              <c:pt idx="346">
                <c:v>2.1</c:v>
              </c:pt>
              <c:pt idx="347">
                <c:v>2.3200000000000007</c:v>
              </c:pt>
              <c:pt idx="348">
                <c:v>1.23</c:v>
              </c:pt>
              <c:pt idx="349">
                <c:v>1.96</c:v>
              </c:pt>
              <c:pt idx="350">
                <c:v>2.3399999999999994</c:v>
              </c:pt>
              <c:pt idx="351">
                <c:v>1.03</c:v>
              </c:pt>
              <c:pt idx="352">
                <c:v>5.749999999999999</c:v>
              </c:pt>
              <c:pt idx="353">
                <c:v>2.26</c:v>
              </c:pt>
              <c:pt idx="354">
                <c:v>1.11</c:v>
              </c:pt>
              <c:pt idx="355">
                <c:v>1.43</c:v>
              </c:pt>
              <c:pt idx="356">
                <c:v>1.0899999999999999</c:v>
              </c:pt>
              <c:pt idx="357">
                <c:v>1.1999999999999997</c:v>
              </c:pt>
              <c:pt idx="358">
                <c:v>1.38</c:v>
              </c:pt>
              <c:pt idx="359">
                <c:v>1.83</c:v>
              </c:pt>
              <c:pt idx="360">
                <c:v>1.7100000000000002</c:v>
              </c:pt>
              <c:pt idx="361">
                <c:v>2.6</c:v>
              </c:pt>
              <c:pt idx="362">
                <c:v>1.7600000000000002</c:v>
              </c:pt>
              <c:pt idx="363">
                <c:v>5.819999999999999</c:v>
              </c:pt>
              <c:pt idx="364">
                <c:v>3.6499999999999995</c:v>
              </c:pt>
              <c:pt idx="365">
                <c:v>1.0500000000000003</c:v>
              </c:pt>
              <c:pt idx="366">
                <c:v>1.09</c:v>
              </c:pt>
              <c:pt idx="367">
                <c:v>2.8200000000000007</c:v>
              </c:pt>
              <c:pt idx="368">
                <c:v>1.0399999999999998</c:v>
              </c:pt>
              <c:pt idx="369">
                <c:v>1.58</c:v>
              </c:pt>
              <c:pt idx="370">
                <c:v>2</c:v>
              </c:pt>
              <c:pt idx="371">
                <c:v>3.4799999999999995</c:v>
              </c:pt>
              <c:pt idx="372">
                <c:v>1.4800000000000002</c:v>
              </c:pt>
              <c:pt idx="373">
                <c:v>1.21</c:v>
              </c:pt>
              <c:pt idx="374">
                <c:v>1.2000000000000002</c:v>
              </c:pt>
              <c:pt idx="375">
                <c:v>1.1900000000000002</c:v>
              </c:pt>
              <c:pt idx="376">
                <c:v>1.17</c:v>
              </c:pt>
              <c:pt idx="377">
                <c:v>1.34</c:v>
              </c:pt>
              <c:pt idx="378">
                <c:v>1.08</c:v>
              </c:pt>
              <c:pt idx="379">
                <c:v>1.23</c:v>
              </c:pt>
              <c:pt idx="380">
                <c:v>1.35</c:v>
              </c:pt>
              <c:pt idx="381">
                <c:v>1.2</c:v>
              </c:pt>
              <c:pt idx="382">
                <c:v>1.5199999999999998</c:v>
              </c:pt>
              <c:pt idx="383">
                <c:v>1.18</c:v>
              </c:pt>
              <c:pt idx="384">
                <c:v>3.06</c:v>
              </c:pt>
              <c:pt idx="385">
                <c:v>2.4899999999999998</c:v>
              </c:pt>
              <c:pt idx="386">
                <c:v>1.24</c:v>
              </c:pt>
              <c:pt idx="387">
                <c:v>1.5800000000000005</c:v>
              </c:pt>
              <c:pt idx="388">
                <c:v>1.7700000000000002</c:v>
              </c:pt>
              <c:pt idx="389">
                <c:v>4.52</c:v>
              </c:pt>
              <c:pt idx="390">
                <c:v>1.11</c:v>
              </c:pt>
              <c:pt idx="391">
                <c:v>1.48</c:v>
              </c:pt>
              <c:pt idx="392">
                <c:v>2.27</c:v>
              </c:pt>
              <c:pt idx="393">
                <c:v>1.07</c:v>
              </c:pt>
              <c:pt idx="394">
                <c:v>2.99</c:v>
              </c:pt>
              <c:pt idx="395">
                <c:v>1.41</c:v>
              </c:pt>
              <c:pt idx="396">
                <c:v>1.7999999999999996</c:v>
              </c:pt>
              <c:pt idx="397">
                <c:v>1.4400000000000002</c:v>
              </c:pt>
              <c:pt idx="398">
                <c:v>3.8899999999999997</c:v>
              </c:pt>
              <c:pt idx="399">
                <c:v>1.44</c:v>
              </c:pt>
              <c:pt idx="400">
                <c:v>1.3400000000000003</c:v>
              </c:pt>
              <c:pt idx="401">
                <c:v>1.6600000000000001</c:v>
              </c:pt>
              <c:pt idx="402">
                <c:v>1.05</c:v>
              </c:pt>
              <c:pt idx="403">
                <c:v>2.14</c:v>
              </c:pt>
              <c:pt idx="404">
                <c:v>1.29</c:v>
              </c:pt>
              <c:pt idx="405">
                <c:v>3.3099999999999996</c:v>
              </c:pt>
              <c:pt idx="406">
                <c:v>1.3399999999999999</c:v>
              </c:pt>
              <c:pt idx="407">
                <c:v>1</c:v>
              </c:pt>
              <c:pt idx="408">
                <c:v>1.2000000000000002</c:v>
              </c:pt>
              <c:pt idx="409">
                <c:v>1.1800000000000002</c:v>
              </c:pt>
              <c:pt idx="410">
                <c:v>1.2899999999999998</c:v>
              </c:pt>
              <c:pt idx="411">
                <c:v>1.43</c:v>
              </c:pt>
              <c:pt idx="412">
                <c:v>1.34</c:v>
              </c:pt>
              <c:pt idx="413">
                <c:v>2.3099999999999996</c:v>
              </c:pt>
              <c:pt idx="414">
                <c:v>1.8700000000000003</c:v>
              </c:pt>
              <c:pt idx="415">
                <c:v>1.5799999999999996</c:v>
              </c:pt>
              <c:pt idx="416">
                <c:v>1.62</c:v>
              </c:pt>
              <c:pt idx="417">
                <c:v>2.2099999999999995</c:v>
              </c:pt>
              <c:pt idx="418">
                <c:v>4.55</c:v>
              </c:pt>
              <c:pt idx="419">
                <c:v>1.0599999999999998</c:v>
              </c:pt>
              <c:pt idx="420">
                <c:v>1.1499999999999997</c:v>
              </c:pt>
              <c:pt idx="421">
                <c:v>1.07</c:v>
              </c:pt>
              <c:pt idx="422">
                <c:v>1.13</c:v>
              </c:pt>
              <c:pt idx="423">
                <c:v>1.7099999999999997</c:v>
              </c:pt>
              <c:pt idx="424">
                <c:v>1.3399999999999999</c:v>
              </c:pt>
              <c:pt idx="425">
                <c:v>2.4800000000000004</c:v>
              </c:pt>
              <c:pt idx="426">
                <c:v>1.6400000000000006</c:v>
              </c:pt>
              <c:pt idx="427">
                <c:v>5.620000000000001</c:v>
              </c:pt>
              <c:pt idx="428">
                <c:v>1.44</c:v>
              </c:pt>
              <c:pt idx="429">
                <c:v>3.63</c:v>
              </c:pt>
              <c:pt idx="430">
                <c:v>2.2300000000000004</c:v>
              </c:pt>
              <c:pt idx="431">
                <c:v>1.31</c:v>
              </c:pt>
              <c:pt idx="432">
                <c:v>8.22</c:v>
              </c:pt>
              <c:pt idx="433">
                <c:v>3.63</c:v>
              </c:pt>
              <c:pt idx="434">
                <c:v>1.1500000000000001</c:v>
              </c:pt>
              <c:pt idx="435">
                <c:v>1.27</c:v>
              </c:pt>
              <c:pt idx="436">
                <c:v>3.63</c:v>
              </c:pt>
              <c:pt idx="437">
                <c:v>3.36</c:v>
              </c:pt>
              <c:pt idx="438">
                <c:v>1.4599999999999997</c:v>
              </c:pt>
              <c:pt idx="439">
                <c:v>1.5299999999999996</c:v>
              </c:pt>
              <c:pt idx="440">
                <c:v>1.14</c:v>
              </c:pt>
              <c:pt idx="441">
                <c:v>1.6300000000000003</c:v>
              </c:pt>
              <c:pt idx="442">
                <c:v>1.52</c:v>
              </c:pt>
              <c:pt idx="443">
                <c:v>1.7800000000000002</c:v>
              </c:pt>
              <c:pt idx="444">
                <c:v>3.8099999999999996</c:v>
              </c:pt>
              <c:pt idx="445">
                <c:v>1.1800000000000002</c:v>
              </c:pt>
              <c:pt idx="446">
                <c:v>1.08</c:v>
              </c:pt>
              <c:pt idx="447">
                <c:v>1.03</c:v>
              </c:pt>
              <c:pt idx="448">
                <c:v>1.09</c:v>
              </c:pt>
              <c:pt idx="449">
                <c:v>1.18</c:v>
              </c:pt>
              <c:pt idx="450">
                <c:v>1.31</c:v>
              </c:pt>
              <c:pt idx="451">
                <c:v>3.01</c:v>
              </c:pt>
              <c:pt idx="452">
                <c:v>2.2299999999999995</c:v>
              </c:pt>
              <c:pt idx="453">
                <c:v>2.34</c:v>
              </c:pt>
              <c:pt idx="454">
                <c:v>4.6499999999999995</c:v>
              </c:pt>
              <c:pt idx="455">
                <c:v>1.24</c:v>
              </c:pt>
              <c:pt idx="456">
                <c:v>1.36</c:v>
              </c:pt>
              <c:pt idx="457">
                <c:v>1.31</c:v>
              </c:pt>
              <c:pt idx="458">
                <c:v>1.75</c:v>
              </c:pt>
              <c:pt idx="459">
                <c:v>1.08</c:v>
              </c:pt>
              <c:pt idx="460">
                <c:v>1.9300000000000002</c:v>
              </c:pt>
              <c:pt idx="461">
                <c:v>1.1700000000000002</c:v>
              </c:pt>
              <c:pt idx="462">
                <c:v>1.2699999999999998</c:v>
              </c:pt>
              <c:pt idx="463">
                <c:v>1.7499999999999998</c:v>
              </c:pt>
              <c:pt idx="464">
                <c:v>1.36</c:v>
              </c:pt>
              <c:pt idx="465">
                <c:v>1.24</c:v>
              </c:pt>
              <c:pt idx="466">
                <c:v>1.0599999999999998</c:v>
              </c:pt>
              <c:pt idx="467">
                <c:v>2.46</c:v>
              </c:pt>
              <c:pt idx="468">
                <c:v>1.5799999999999998</c:v>
              </c:pt>
              <c:pt idx="469">
                <c:v>1.5100000000000002</c:v>
              </c:pt>
              <c:pt idx="470">
                <c:v>1.6099999999999999</c:v>
              </c:pt>
              <c:pt idx="471">
                <c:v>1.0399999999999998</c:v>
              </c:pt>
              <c:pt idx="472">
                <c:v>1.8699999999999999</c:v>
              </c:pt>
              <c:pt idx="473">
                <c:v>1.3800000000000001</c:v>
              </c:pt>
              <c:pt idx="474">
                <c:v>3.200000000000001</c:v>
              </c:pt>
              <c:pt idx="475">
                <c:v>2.9299999999999997</c:v>
              </c:pt>
              <c:pt idx="476">
                <c:v>2.51</c:v>
              </c:pt>
              <c:pt idx="477">
                <c:v>1.32</c:v>
              </c:pt>
              <c:pt idx="478">
                <c:v>1.32</c:v>
              </c:pt>
              <c:pt idx="479">
                <c:v>1.29</c:v>
              </c:pt>
              <c:pt idx="480">
                <c:v>2.36</c:v>
              </c:pt>
              <c:pt idx="481">
                <c:v>2.22</c:v>
              </c:pt>
              <c:pt idx="482">
                <c:v>1.3900000000000003</c:v>
              </c:pt>
              <c:pt idx="483">
                <c:v>1.04</c:v>
              </c:pt>
              <c:pt idx="484">
                <c:v>1.24</c:v>
              </c:pt>
              <c:pt idx="485">
                <c:v>1.65</c:v>
              </c:pt>
              <c:pt idx="486">
                <c:v>1.79</c:v>
              </c:pt>
              <c:pt idx="487">
                <c:v>1.2700000000000002</c:v>
              </c:pt>
              <c:pt idx="488">
                <c:v>1.24</c:v>
              </c:pt>
              <c:pt idx="489">
                <c:v>1.5600000000000005</c:v>
              </c:pt>
              <c:pt idx="490">
                <c:v>1.2200000000000002</c:v>
              </c:pt>
              <c:pt idx="491">
                <c:v>1.1799999999999997</c:v>
              </c:pt>
              <c:pt idx="492">
                <c:v>1.4700000000000004</c:v>
              </c:pt>
              <c:pt idx="493">
                <c:v>1.44</c:v>
              </c:pt>
              <c:pt idx="494">
                <c:v>1.1800000000000002</c:v>
              </c:pt>
              <c:pt idx="495">
                <c:v>1.2499999999999998</c:v>
              </c:pt>
              <c:pt idx="496">
                <c:v>1.04</c:v>
              </c:pt>
              <c:pt idx="497">
                <c:v>4.68</c:v>
              </c:pt>
              <c:pt idx="498">
                <c:v>3.0999999999999996</c:v>
              </c:pt>
              <c:pt idx="499">
                <c:v>1</c:v>
              </c:pt>
              <c:pt idx="500">
                <c:v>2.4899999999999998</c:v>
              </c:pt>
              <c:pt idx="501">
                <c:v>2.46</c:v>
              </c:pt>
              <c:pt idx="502">
                <c:v>1.74</c:v>
              </c:pt>
              <c:pt idx="503">
                <c:v>1.9699999999999998</c:v>
              </c:pt>
              <c:pt idx="504">
                <c:v>1.24</c:v>
              </c:pt>
              <c:pt idx="505">
                <c:v>1.4900000000000002</c:v>
              </c:pt>
              <c:pt idx="506">
                <c:v>1.18</c:v>
              </c:pt>
              <c:pt idx="507">
                <c:v>1.9699999999999998</c:v>
              </c:pt>
              <c:pt idx="508">
                <c:v>1.06</c:v>
              </c:pt>
              <c:pt idx="509">
                <c:v>2.43</c:v>
              </c:pt>
              <c:pt idx="510">
                <c:v>2.0600000000000005</c:v>
              </c:pt>
              <c:pt idx="511">
                <c:v>1.27</c:v>
              </c:pt>
              <c:pt idx="512">
                <c:v>1.8900000000000001</c:v>
              </c:pt>
              <c:pt idx="513">
                <c:v>1.02</c:v>
              </c:pt>
              <c:pt idx="514">
                <c:v>3.9499999999999993</c:v>
              </c:pt>
              <c:pt idx="515">
                <c:v>1.2000000000000002</c:v>
              </c:pt>
              <c:pt idx="516">
                <c:v>2.63</c:v>
              </c:pt>
              <c:pt idx="517">
                <c:v>1.2799999999999998</c:v>
              </c:pt>
              <c:pt idx="518">
                <c:v>1.4000000000000001</c:v>
              </c:pt>
              <c:pt idx="519">
                <c:v>1.0599999999999998</c:v>
              </c:pt>
              <c:pt idx="520">
                <c:v>2.6</c:v>
              </c:pt>
              <c:pt idx="521">
                <c:v>1.1199999999999999</c:v>
              </c:pt>
              <c:pt idx="522">
                <c:v>1.2600000000000002</c:v>
              </c:pt>
              <c:pt idx="523">
                <c:v>2.09</c:v>
              </c:pt>
              <c:pt idx="524">
                <c:v>2.2199999999999993</c:v>
              </c:pt>
              <c:pt idx="525">
                <c:v>1.11</c:v>
              </c:pt>
              <c:pt idx="526">
                <c:v>1.01</c:v>
              </c:pt>
              <c:pt idx="527">
                <c:v>2.5100000000000007</c:v>
              </c:pt>
              <c:pt idx="528">
                <c:v>2.6900000000000004</c:v>
              </c:pt>
              <c:pt idx="529">
                <c:v>1.3900000000000001</c:v>
              </c:pt>
              <c:pt idx="530">
                <c:v>1.4399999999999997</c:v>
              </c:pt>
              <c:pt idx="531">
                <c:v>1.2</c:v>
              </c:pt>
              <c:pt idx="532">
                <c:v>1.08</c:v>
              </c:pt>
              <c:pt idx="533">
                <c:v>3.16</c:v>
              </c:pt>
              <c:pt idx="534">
                <c:v>1.97</c:v>
              </c:pt>
              <c:pt idx="535">
                <c:v>1.2</c:v>
              </c:pt>
              <c:pt idx="536">
                <c:v>3.4000000000000004</c:v>
              </c:pt>
              <c:pt idx="537">
                <c:v>2.02</c:v>
              </c:pt>
              <c:pt idx="538">
                <c:v>1.6100000000000003</c:v>
              </c:pt>
              <c:pt idx="539">
                <c:v>2.52</c:v>
              </c:pt>
              <c:pt idx="540">
                <c:v>1.22</c:v>
              </c:pt>
              <c:pt idx="541">
                <c:v>2</c:v>
              </c:pt>
              <c:pt idx="542">
                <c:v>1.12</c:v>
              </c:pt>
              <c:pt idx="543">
                <c:v>1.58</c:v>
              </c:pt>
              <c:pt idx="544">
                <c:v>1.14</c:v>
              </c:pt>
              <c:pt idx="545">
                <c:v>1.42</c:v>
              </c:pt>
              <c:pt idx="546">
                <c:v>1.7700000000000005</c:v>
              </c:pt>
              <c:pt idx="547">
                <c:v>1.0800000000000005</c:v>
              </c:pt>
              <c:pt idx="548">
                <c:v>1.54</c:v>
              </c:pt>
              <c:pt idx="549">
                <c:v>1.22</c:v>
              </c:pt>
              <c:pt idx="550">
                <c:v>2.309999999999999</c:v>
              </c:pt>
              <c:pt idx="551">
                <c:v>1.9300000000000002</c:v>
              </c:pt>
              <c:pt idx="552">
                <c:v>1.47</c:v>
              </c:pt>
              <c:pt idx="553">
                <c:v>1.09</c:v>
              </c:pt>
              <c:pt idx="554">
                <c:v>2.0999999999999996</c:v>
              </c:pt>
              <c:pt idx="555">
                <c:v>2.8600000000000003</c:v>
              </c:pt>
              <c:pt idx="556">
                <c:v>1.48</c:v>
              </c:pt>
              <c:pt idx="557">
                <c:v>4.25</c:v>
              </c:pt>
              <c:pt idx="558">
                <c:v>1.08</c:v>
              </c:pt>
              <c:pt idx="559">
                <c:v>2.8200000000000003</c:v>
              </c:pt>
              <c:pt idx="560">
                <c:v>1.5000000000000002</c:v>
              </c:pt>
              <c:pt idx="561">
                <c:v>1.08</c:v>
              </c:pt>
              <c:pt idx="562">
                <c:v>1.3199999999999996</c:v>
              </c:pt>
              <c:pt idx="563">
                <c:v>1.0999999999999999</c:v>
              </c:pt>
              <c:pt idx="564">
                <c:v>2.1200000000000006</c:v>
              </c:pt>
              <c:pt idx="565">
                <c:v>2.0700000000000003</c:v>
              </c:pt>
              <c:pt idx="566">
                <c:v>1.7800000000000002</c:v>
              </c:pt>
              <c:pt idx="567">
                <c:v>4.140000000000001</c:v>
              </c:pt>
              <c:pt idx="568">
                <c:v>1.29</c:v>
              </c:pt>
              <c:pt idx="569">
                <c:v>1.2000000000000004</c:v>
              </c:pt>
            </c:numLit>
          </c:xVal>
          <c:yVal>
            <c:numLit>
              <c:formatCode>General</c:formatCode>
              <c:ptCount val="570"/>
              <c:pt idx="0">
                <c:v>0.31013114186851215</c:v>
              </c:pt>
              <c:pt idx="1">
                <c:v>0.19302768166089967</c:v>
              </c:pt>
              <c:pt idx="2">
                <c:v>0.4352238033448673</c:v>
              </c:pt>
              <c:pt idx="3">
                <c:v>0.22166012110726646</c:v>
              </c:pt>
              <c:pt idx="4">
                <c:v>0.31994338235294123</c:v>
              </c:pt>
              <c:pt idx="5">
                <c:v>0.3824287826360492</c:v>
              </c:pt>
              <c:pt idx="6">
                <c:v>0.15570899653979237</c:v>
              </c:pt>
              <c:pt idx="7">
                <c:v>0.5134536332179931</c:v>
              </c:pt>
              <c:pt idx="8">
                <c:v>0.5594000707769738</c:v>
              </c:pt>
              <c:pt idx="9">
                <c:v>0.41910404215161995</c:v>
              </c:pt>
              <c:pt idx="10">
                <c:v>0.1783897491349481</c:v>
              </c:pt>
              <c:pt idx="11">
                <c:v>0.0939401384083045</c:v>
              </c:pt>
              <c:pt idx="12">
                <c:v>0.08364532871972319</c:v>
              </c:pt>
              <c:pt idx="13">
                <c:v>1.0364782223183393</c:v>
              </c:pt>
              <c:pt idx="14">
                <c:v>0.5909864186851213</c:v>
              </c:pt>
              <c:pt idx="15">
                <c:v>0.1603738321799308</c:v>
              </c:pt>
              <c:pt idx="16">
                <c:v>0.17308148788927338</c:v>
              </c:pt>
              <c:pt idx="17">
                <c:v>0.15023987889273357</c:v>
              </c:pt>
              <c:pt idx="18">
                <c:v>0.3834101691657055</c:v>
              </c:pt>
              <c:pt idx="19">
                <c:v>0.5026762543252596</c:v>
              </c:pt>
              <c:pt idx="20">
                <c:v>0.5177431372549021</c:v>
              </c:pt>
              <c:pt idx="21">
                <c:v>0.7984911764705882</c:v>
              </c:pt>
              <c:pt idx="22">
                <c:v>0.1460576124567474</c:v>
              </c:pt>
              <c:pt idx="23">
                <c:v>0.13162649530400397</c:v>
              </c:pt>
              <c:pt idx="24">
                <c:v>0.18702237600922725</c:v>
              </c:pt>
              <c:pt idx="25">
                <c:v>0.0830285593178448</c:v>
              </c:pt>
              <c:pt idx="26">
                <c:v>0.19396064878892735</c:v>
              </c:pt>
              <c:pt idx="27">
                <c:v>0.08546836793540948</c:v>
              </c:pt>
              <c:pt idx="28">
                <c:v>0.12825617070357556</c:v>
              </c:pt>
              <c:pt idx="29">
                <c:v>0.3127048442906574</c:v>
              </c:pt>
              <c:pt idx="30">
                <c:v>0.22037326989619377</c:v>
              </c:pt>
              <c:pt idx="31">
                <c:v>0.18466314878892734</c:v>
              </c:pt>
              <c:pt idx="32">
                <c:v>0.5140970588235294</c:v>
              </c:pt>
              <c:pt idx="33">
                <c:v>0.3900767733564014</c:v>
              </c:pt>
              <c:pt idx="34">
                <c:v>0.7875529411764707</c:v>
              </c:pt>
              <c:pt idx="35">
                <c:v>0.22951910528917452</c:v>
              </c:pt>
              <c:pt idx="36">
                <c:v>0.15603070934256055</c:v>
              </c:pt>
              <c:pt idx="37">
                <c:v>1.195734996155325</c:v>
              </c:pt>
              <c:pt idx="38">
                <c:v>0.2698098039215686</c:v>
              </c:pt>
              <c:pt idx="39">
                <c:v>0.10777378892733565</c:v>
              </c:pt>
              <c:pt idx="40">
                <c:v>0.2568730497011639</c:v>
              </c:pt>
              <c:pt idx="41">
                <c:v>0.41114896193771633</c:v>
              </c:pt>
              <c:pt idx="42">
                <c:v>0.18569262975778544</c:v>
              </c:pt>
              <c:pt idx="43">
                <c:v>0.44435962203886087</c:v>
              </c:pt>
              <c:pt idx="44">
                <c:v>0.5745790657439447</c:v>
              </c:pt>
              <c:pt idx="45">
                <c:v>1.0031005190311422</c:v>
              </c:pt>
              <c:pt idx="46">
                <c:v>0.18487762399077282</c:v>
              </c:pt>
              <c:pt idx="47">
                <c:v>0.16001994809688583</c:v>
              </c:pt>
              <c:pt idx="48">
                <c:v>0.9427793685121109</c:v>
              </c:pt>
              <c:pt idx="49">
                <c:v>0.44798507785467134</c:v>
              </c:pt>
              <c:pt idx="50">
                <c:v>0.8196169838523645</c:v>
              </c:pt>
              <c:pt idx="51">
                <c:v>0.6867495963091118</c:v>
              </c:pt>
              <c:pt idx="52">
                <c:v>0.17243806228373704</c:v>
              </c:pt>
              <c:pt idx="53">
                <c:v>0.5700750865051903</c:v>
              </c:pt>
              <c:pt idx="54">
                <c:v>0.17565519031141866</c:v>
              </c:pt>
              <c:pt idx="55">
                <c:v>0.1359466386554622</c:v>
              </c:pt>
              <c:pt idx="56">
                <c:v>0.441904705882353</c:v>
              </c:pt>
              <c:pt idx="57">
                <c:v>0.13177356401384083</c:v>
              </c:pt>
              <c:pt idx="58">
                <c:v>0.1479878892733564</c:v>
              </c:pt>
              <c:pt idx="59">
                <c:v>1.6333818586258033</c:v>
              </c:pt>
              <c:pt idx="60">
                <c:v>0.5877049480968859</c:v>
              </c:pt>
              <c:pt idx="61">
                <c:v>0.10230467128027682</c:v>
              </c:pt>
              <c:pt idx="62">
                <c:v>0.051565966386554626</c:v>
              </c:pt>
              <c:pt idx="63">
                <c:v>0.7578838715878509</c:v>
              </c:pt>
              <c:pt idx="64">
                <c:v>0.6809281265447354</c:v>
              </c:pt>
              <c:pt idx="65">
                <c:v>0.3432675605536333</c:v>
              </c:pt>
              <c:pt idx="66">
                <c:v>1.274304411764706</c:v>
              </c:pt>
              <c:pt idx="67">
                <c:v>0.191740830449827</c:v>
              </c:pt>
              <c:pt idx="68">
                <c:v>0.16548906574394465</c:v>
              </c:pt>
              <c:pt idx="69">
                <c:v>0.3217128027681661</c:v>
              </c:pt>
              <c:pt idx="70">
                <c:v>0.3208549019607843</c:v>
              </c:pt>
              <c:pt idx="71">
                <c:v>0.03715782871972319</c:v>
              </c:pt>
              <c:pt idx="72">
                <c:v>0.5920319852941176</c:v>
              </c:pt>
              <c:pt idx="73">
                <c:v>0.8725655493079585</c:v>
              </c:pt>
              <c:pt idx="74">
                <c:v>0.2395151816608997</c:v>
              </c:pt>
              <c:pt idx="75">
                <c:v>0.2705604671280277</c:v>
              </c:pt>
              <c:pt idx="76">
                <c:v>0.3677177335640139</c:v>
              </c:pt>
              <c:pt idx="77">
                <c:v>0.24621753171856978</c:v>
              </c:pt>
              <c:pt idx="78">
                <c:v>0.3635354671280277</c:v>
              </c:pt>
              <c:pt idx="79">
                <c:v>0.4806389273356401</c:v>
              </c:pt>
              <c:pt idx="80">
                <c:v>0.13737136678200693</c:v>
              </c:pt>
              <c:pt idx="81">
                <c:v>0.17511900230680505</c:v>
              </c:pt>
              <c:pt idx="82">
                <c:v>0.43913797577854674</c:v>
              </c:pt>
              <c:pt idx="83">
                <c:v>0.13640622837370245</c:v>
              </c:pt>
              <c:pt idx="84">
                <c:v>0.35152485582468285</c:v>
              </c:pt>
              <c:pt idx="85">
                <c:v>0.5202096020761247</c:v>
              </c:pt>
              <c:pt idx="86">
                <c:v>0.16133727736295755</c:v>
              </c:pt>
              <c:pt idx="87">
                <c:v>0.07315749134948098</c:v>
              </c:pt>
              <c:pt idx="88">
                <c:v>0.083889830449827</c:v>
              </c:pt>
              <c:pt idx="89">
                <c:v>0.07849792387543253</c:v>
              </c:pt>
              <c:pt idx="90">
                <c:v>0.17179463667820072</c:v>
              </c:pt>
              <c:pt idx="91">
                <c:v>0.35131038062283737</c:v>
              </c:pt>
              <c:pt idx="92">
                <c:v>0.797333010380623</c:v>
              </c:pt>
              <c:pt idx="93">
                <c:v>0.19372060154378498</c:v>
              </c:pt>
              <c:pt idx="94">
                <c:v>0.33972871972318336</c:v>
              </c:pt>
              <c:pt idx="95">
                <c:v>0.10224032871972319</c:v>
              </c:pt>
              <c:pt idx="96">
                <c:v>0.3315786620530566</c:v>
              </c:pt>
              <c:pt idx="97">
                <c:v>0.39281133217993086</c:v>
              </c:pt>
              <c:pt idx="98">
                <c:v>0.21578155080213904</c:v>
              </c:pt>
              <c:pt idx="99">
                <c:v>0.6032115051903115</c:v>
              </c:pt>
              <c:pt idx="100">
                <c:v>0.25341777063766685</c:v>
              </c:pt>
              <c:pt idx="101">
                <c:v>0.18401972318339102</c:v>
              </c:pt>
              <c:pt idx="102">
                <c:v>0.26552029988465975</c:v>
              </c:pt>
              <c:pt idx="103">
                <c:v>0.23034636678200696</c:v>
              </c:pt>
              <c:pt idx="104">
                <c:v>0.31173970588235295</c:v>
              </c:pt>
              <c:pt idx="105">
                <c:v>0.43559913494809693</c:v>
              </c:pt>
              <c:pt idx="106">
                <c:v>0.4704318575023593</c:v>
              </c:pt>
              <c:pt idx="107">
                <c:v>1.7481873702422146</c:v>
              </c:pt>
              <c:pt idx="108">
                <c:v>0.25672681660899654</c:v>
              </c:pt>
              <c:pt idx="109">
                <c:v>0.3043403114186851</c:v>
              </c:pt>
              <c:pt idx="110">
                <c:v>1.0086542979420872</c:v>
              </c:pt>
              <c:pt idx="111">
                <c:v>0.9057092796476879</c:v>
              </c:pt>
              <c:pt idx="112">
                <c:v>0.4838560553633219</c:v>
              </c:pt>
              <c:pt idx="113">
                <c:v>0.5043652465397923</c:v>
              </c:pt>
              <c:pt idx="114">
                <c:v>0.685569982698962</c:v>
              </c:pt>
              <c:pt idx="115">
                <c:v>0.41216005931784483</c:v>
              </c:pt>
              <c:pt idx="116">
                <c:v>0.8523904445035934</c:v>
              </c:pt>
              <c:pt idx="117">
                <c:v>0.20249522985664858</c:v>
              </c:pt>
              <c:pt idx="118">
                <c:v>0.7742018598615917</c:v>
              </c:pt>
              <c:pt idx="119">
                <c:v>0.1529013211701793</c:v>
              </c:pt>
              <c:pt idx="120">
                <c:v>0.21892556228373705</c:v>
              </c:pt>
              <c:pt idx="121">
                <c:v>0.28925555555555554</c:v>
              </c:pt>
              <c:pt idx="122">
                <c:v>0.11839031141868513</c:v>
              </c:pt>
              <c:pt idx="123">
                <c:v>0.20947078046905038</c:v>
              </c:pt>
              <c:pt idx="124">
                <c:v>1.0114650519031143</c:v>
              </c:pt>
              <c:pt idx="125">
                <c:v>0.5837800519031142</c:v>
              </c:pt>
              <c:pt idx="126">
                <c:v>1.4225067762399077</c:v>
              </c:pt>
              <c:pt idx="127">
                <c:v>1.113448010380623</c:v>
              </c:pt>
              <c:pt idx="128">
                <c:v>1.4699415417147252</c:v>
              </c:pt>
              <c:pt idx="129">
                <c:v>1.1864308576371727</c:v>
              </c:pt>
              <c:pt idx="130">
                <c:v>0.7734894957983195</c:v>
              </c:pt>
              <c:pt idx="131">
                <c:v>0.4139371395617071</c:v>
              </c:pt>
              <c:pt idx="132">
                <c:v>1.3463388329663417</c:v>
              </c:pt>
              <c:pt idx="133">
                <c:v>0.307879152249135</c:v>
              </c:pt>
              <c:pt idx="134">
                <c:v>0.24707543252595157</c:v>
              </c:pt>
              <c:pt idx="135">
                <c:v>0.7115544783071601</c:v>
              </c:pt>
              <c:pt idx="136">
                <c:v>0.3756318685121108</c:v>
              </c:pt>
              <c:pt idx="137">
                <c:v>0.16508462679189323</c:v>
              </c:pt>
              <c:pt idx="138">
                <c:v>0.10670141291810842</c:v>
              </c:pt>
              <c:pt idx="139">
                <c:v>0.2833217416378316</c:v>
              </c:pt>
              <c:pt idx="140">
                <c:v>0.4995127450980393</c:v>
              </c:pt>
              <c:pt idx="141">
                <c:v>0.4975824682814303</c:v>
              </c:pt>
              <c:pt idx="142">
                <c:v>0.11163434256055364</c:v>
              </c:pt>
              <c:pt idx="143">
                <c:v>0.020607167348222714</c:v>
              </c:pt>
              <c:pt idx="144">
                <c:v>0.2903545784838</c:v>
              </c:pt>
              <c:pt idx="145">
                <c:v>0.568016124567474</c:v>
              </c:pt>
              <c:pt idx="146">
                <c:v>0.803638581314879</c:v>
              </c:pt>
              <c:pt idx="147">
                <c:v>0.383573578843302</c:v>
              </c:pt>
              <c:pt idx="148">
                <c:v>0.4204786332179931</c:v>
              </c:pt>
              <c:pt idx="149">
                <c:v>0.2342069204152249</c:v>
              </c:pt>
              <c:pt idx="150">
                <c:v>0.3905593425605536</c:v>
              </c:pt>
              <c:pt idx="151">
                <c:v>0.3581735870818916</c:v>
              </c:pt>
              <c:pt idx="152">
                <c:v>0.42659117647058825</c:v>
              </c:pt>
              <c:pt idx="153">
                <c:v>1.0082479238754325</c:v>
              </c:pt>
              <c:pt idx="154">
                <c:v>0.15056159169550173</c:v>
              </c:pt>
              <c:pt idx="155">
                <c:v>0.2601048010380623</c:v>
              </c:pt>
              <c:pt idx="156">
                <c:v>0.13544108996539794</c:v>
              </c:pt>
              <c:pt idx="157">
                <c:v>0.13737136678200693</c:v>
              </c:pt>
              <c:pt idx="158">
                <c:v>0.5629974048442906</c:v>
              </c:pt>
              <c:pt idx="159">
                <c:v>0.4829445357554787</c:v>
              </c:pt>
              <c:pt idx="160">
                <c:v>0.1811243079584775</c:v>
              </c:pt>
              <c:pt idx="161">
                <c:v>0.6310718339100347</c:v>
              </c:pt>
              <c:pt idx="162">
                <c:v>0.19817508650519033</c:v>
              </c:pt>
              <c:pt idx="163">
                <c:v>0.34762530670022024</c:v>
              </c:pt>
              <c:pt idx="164">
                <c:v>0.16021297577854673</c:v>
              </c:pt>
              <c:pt idx="165">
                <c:v>0.5200487456747405</c:v>
              </c:pt>
              <c:pt idx="166">
                <c:v>0.6358653546712802</c:v>
              </c:pt>
              <c:pt idx="167">
                <c:v>0.25176324765200203</c:v>
              </c:pt>
              <c:pt idx="168">
                <c:v>0.8928602652825836</c:v>
              </c:pt>
              <c:pt idx="169">
                <c:v>0.29919290657439446</c:v>
              </c:pt>
              <c:pt idx="170">
                <c:v>0.1520322787938705</c:v>
              </c:pt>
              <c:pt idx="171">
                <c:v>0.20718304498269896</c:v>
              </c:pt>
              <c:pt idx="172">
                <c:v>0.8320297361591695</c:v>
              </c:pt>
              <c:pt idx="173">
                <c:v>0.6824600922722032</c:v>
              </c:pt>
              <c:pt idx="174">
                <c:v>0.316493906189927</c:v>
              </c:pt>
              <c:pt idx="175">
                <c:v>0.0753727137913989</c:v>
              </c:pt>
              <c:pt idx="176">
                <c:v>1.2882095540176854</c:v>
              </c:pt>
              <c:pt idx="177">
                <c:v>0.40783991596638663</c:v>
              </c:pt>
              <c:pt idx="178">
                <c:v>0.06381173442906575</c:v>
              </c:pt>
              <c:pt idx="179">
                <c:v>0.12265300605536333</c:v>
              </c:pt>
              <c:pt idx="180">
                <c:v>0.11505254108996538</c:v>
              </c:pt>
              <c:pt idx="181">
                <c:v>0.6169293391003461</c:v>
              </c:pt>
              <c:pt idx="182">
                <c:v>0.21686660034602073</c:v>
              </c:pt>
              <c:pt idx="183">
                <c:v>0.3607511890531614</c:v>
              </c:pt>
              <c:pt idx="184">
                <c:v>0.10513574394463666</c:v>
              </c:pt>
              <c:pt idx="185">
                <c:v>0.254933267733564</c:v>
              </c:pt>
              <c:pt idx="186">
                <c:v>0.15337121683967705</c:v>
              </c:pt>
              <c:pt idx="187">
                <c:v>0.22236834886307472</c:v>
              </c:pt>
              <c:pt idx="188">
                <c:v>0.14508603979238757</c:v>
              </c:pt>
              <c:pt idx="189">
                <c:v>0.3439154901384084</c:v>
              </c:pt>
              <c:pt idx="190">
                <c:v>0.3007931060553634</c:v>
              </c:pt>
              <c:pt idx="191">
                <c:v>0.15025743521997037</c:v>
              </c:pt>
              <c:pt idx="192">
                <c:v>0.236651937716263</c:v>
              </c:pt>
              <c:pt idx="193">
                <c:v>0.4194845406574395</c:v>
              </c:pt>
              <c:pt idx="194">
                <c:v>0.6491874818339101</c:v>
              </c:pt>
              <c:pt idx="195">
                <c:v>0.7650330449826992</c:v>
              </c:pt>
              <c:pt idx="196">
                <c:v>0.21742270390509144</c:v>
              </c:pt>
              <c:pt idx="197">
                <c:v>0.8669838321799308</c:v>
              </c:pt>
              <c:pt idx="198">
                <c:v>0.11243862456747407</c:v>
              </c:pt>
              <c:pt idx="199">
                <c:v>1.5268972188581313</c:v>
              </c:pt>
              <c:pt idx="200">
                <c:v>0.7447651384083046</c:v>
              </c:pt>
              <c:pt idx="201">
                <c:v>0.38887473733878575</c:v>
              </c:pt>
              <c:pt idx="202">
                <c:v>0.25693914705882354</c:v>
              </c:pt>
              <c:pt idx="203">
                <c:v>0.8957610423875434</c:v>
              </c:pt>
              <c:pt idx="204">
                <c:v>0.7641644204152249</c:v>
              </c:pt>
              <c:pt idx="205">
                <c:v>0.9926540447355414</c:v>
              </c:pt>
              <c:pt idx="206">
                <c:v>0.5247319649036086</c:v>
              </c:pt>
              <c:pt idx="207">
                <c:v>1.6297327162629762</c:v>
              </c:pt>
              <c:pt idx="208">
                <c:v>0.5532173356401385</c:v>
              </c:pt>
              <c:pt idx="209">
                <c:v>0.44014600922722025</c:v>
              </c:pt>
              <c:pt idx="210">
                <c:v>0.4236001665842808</c:v>
              </c:pt>
              <c:pt idx="211">
                <c:v>0.18421275086505187</c:v>
              </c:pt>
              <c:pt idx="212">
                <c:v>1.5766699915067635</c:v>
              </c:pt>
              <c:pt idx="213">
                <c:v>1.185646212645486</c:v>
              </c:pt>
              <c:pt idx="214">
                <c:v>0.19592309688581316</c:v>
              </c:pt>
              <c:pt idx="215">
                <c:v>0.8468446107266437</c:v>
              </c:pt>
              <c:pt idx="216">
                <c:v>0.3961663371230845</c:v>
              </c:pt>
              <c:pt idx="217">
                <c:v>0.834844723183391</c:v>
              </c:pt>
              <c:pt idx="218">
                <c:v>0.19817508650519033</c:v>
              </c:pt>
              <c:pt idx="219">
                <c:v>1.4221153589965398</c:v>
              </c:pt>
              <c:pt idx="220">
                <c:v>0.6866718490484429</c:v>
              </c:pt>
              <c:pt idx="221">
                <c:v>0.284008062283737</c:v>
              </c:pt>
              <c:pt idx="222">
                <c:v>0.4666122491349482</c:v>
              </c:pt>
              <c:pt idx="223">
                <c:v>0.6639450330292546</c:v>
              </c:pt>
              <c:pt idx="224">
                <c:v>0.49781839100346026</c:v>
              </c:pt>
              <c:pt idx="225">
                <c:v>0.15344551717745922</c:v>
              </c:pt>
              <c:pt idx="226">
                <c:v>0.44902742733564016</c:v>
              </c:pt>
              <c:pt idx="227">
                <c:v>0.15206720761245676</c:v>
              </c:pt>
              <c:pt idx="228">
                <c:v>0.10742794766435985</c:v>
              </c:pt>
              <c:pt idx="229">
                <c:v>0.36726733564013847</c:v>
              </c:pt>
              <c:pt idx="230">
                <c:v>0.4983009602076126</c:v>
              </c:pt>
              <c:pt idx="231">
                <c:v>0.09099467896962707</c:v>
              </c:pt>
              <c:pt idx="232">
                <c:v>0.5190433931660899</c:v>
              </c:pt>
              <c:pt idx="233">
                <c:v>0.4791498566485418</c:v>
              </c:pt>
              <c:pt idx="234">
                <c:v>0.8078032997798051</c:v>
              </c:pt>
              <c:pt idx="235">
                <c:v>0.634160276816609</c:v>
              </c:pt>
              <c:pt idx="236">
                <c:v>0.915015553633218</c:v>
              </c:pt>
              <c:pt idx="237">
                <c:v>1.114445320069204</c:v>
              </c:pt>
              <c:pt idx="238">
                <c:v>0.208405553633218</c:v>
              </c:pt>
              <c:pt idx="239">
                <c:v>0.15245969723183392</c:v>
              </c:pt>
              <c:pt idx="240">
                <c:v>0.9002553702422145</c:v>
              </c:pt>
              <c:pt idx="241">
                <c:v>0.1908786401384083</c:v>
              </c:pt>
              <c:pt idx="242">
                <c:v>1.0253844925028837</c:v>
              </c:pt>
              <c:pt idx="243">
                <c:v>0.8277026989619378</c:v>
              </c:pt>
              <c:pt idx="244">
                <c:v>0.4728476281849639</c:v>
              </c:pt>
              <c:pt idx="245">
                <c:v>0.17586966551326416</c:v>
              </c:pt>
              <c:pt idx="246">
                <c:v>1.4657544751194596</c:v>
              </c:pt>
              <c:pt idx="247">
                <c:v>0.40336351211072674</c:v>
              </c:pt>
              <c:pt idx="248">
                <c:v>0.21929782995551164</c:v>
              </c:pt>
              <c:pt idx="249">
                <c:v>0.36652096193771627</c:v>
              </c:pt>
              <c:pt idx="250">
                <c:v>0.32057072231833916</c:v>
              </c:pt>
              <c:pt idx="251">
                <c:v>0.11918540163124072</c:v>
              </c:pt>
              <c:pt idx="252">
                <c:v>4.060877761245674</c:v>
              </c:pt>
              <c:pt idx="253">
                <c:v>0.6163159400230681</c:v>
              </c:pt>
              <c:pt idx="254">
                <c:v>0.23268414648212227</c:v>
              </c:pt>
              <c:pt idx="255">
                <c:v>0.3529481912551117</c:v>
              </c:pt>
              <c:pt idx="256">
                <c:v>0.21035727797001155</c:v>
              </c:pt>
              <c:pt idx="257">
                <c:v>0.46184124826989625</c:v>
              </c:pt>
              <c:pt idx="258">
                <c:v>0.3571012110726644</c:v>
              </c:pt>
              <c:pt idx="259">
                <c:v>0.24209135879691243</c:v>
              </c:pt>
              <c:pt idx="260">
                <c:v>0.038283823529411766</c:v>
              </c:pt>
              <c:pt idx="261">
                <c:v>0.7448008842752789</c:v>
              </c:pt>
              <c:pt idx="262">
                <c:v>0.8570911634948097</c:v>
              </c:pt>
              <c:pt idx="263">
                <c:v>0.14819700259515572</c:v>
              </c:pt>
              <c:pt idx="264">
                <c:v>0.05236519290657439</c:v>
              </c:pt>
              <c:pt idx="265">
                <c:v>0.16997695934256057</c:v>
              </c:pt>
              <c:pt idx="266">
                <c:v>0.49478043225978174</c:v>
              </c:pt>
              <c:pt idx="267">
                <c:v>0.43772243944636685</c:v>
              </c:pt>
              <c:pt idx="268">
                <c:v>0.3539805968858131</c:v>
              </c:pt>
              <c:pt idx="269">
                <c:v>0.1613228849480969</c:v>
              </c:pt>
              <c:pt idx="270">
                <c:v>1.213758062283737</c:v>
              </c:pt>
              <c:pt idx="271">
                <c:v>0.20224475346020762</c:v>
              </c:pt>
              <c:pt idx="272">
                <c:v>2.489992750865052</c:v>
              </c:pt>
              <c:pt idx="273">
                <c:v>0.6923259515570935</c:v>
              </c:pt>
              <c:pt idx="274">
                <c:v>0.08960130507497117</c:v>
              </c:pt>
              <c:pt idx="275">
                <c:v>0.09911328027681664</c:v>
              </c:pt>
              <c:pt idx="276">
                <c:v>2.903390485294118</c:v>
              </c:pt>
              <c:pt idx="277">
                <c:v>0.16545689446366782</c:v>
              </c:pt>
              <c:pt idx="278">
                <c:v>0.14973683705567792</c:v>
              </c:pt>
              <c:pt idx="279">
                <c:v>0.15836848904267592</c:v>
              </c:pt>
              <c:pt idx="280">
                <c:v>0.3511816955017301</c:v>
              </c:pt>
              <c:pt idx="281">
                <c:v>0.6312648615916956</c:v>
              </c:pt>
              <c:pt idx="282">
                <c:v>0.2358476557093426</c:v>
              </c:pt>
              <c:pt idx="283">
                <c:v>0.39012324298346795</c:v>
              </c:pt>
              <c:pt idx="284">
                <c:v>0.7532342279411764</c:v>
              </c:pt>
              <c:pt idx="285">
                <c:v>0.8566021600346021</c:v>
              </c:pt>
              <c:pt idx="286">
                <c:v>0.2531450807381776</c:v>
              </c:pt>
              <c:pt idx="287">
                <c:v>1.063067785467128</c:v>
              </c:pt>
              <c:pt idx="288">
                <c:v>0.3997603287197232</c:v>
              </c:pt>
              <c:pt idx="289">
                <c:v>0.4932071741637831</c:v>
              </c:pt>
              <c:pt idx="290">
                <c:v>0.23253401384083044</c:v>
              </c:pt>
              <c:pt idx="291">
                <c:v>0.06147256064013842</c:v>
              </c:pt>
              <c:pt idx="292">
                <c:v>0.5303650028835064</c:v>
              </c:pt>
              <c:pt idx="293">
                <c:v>0.12677414705882353</c:v>
              </c:pt>
              <c:pt idx="294">
                <c:v>0.12072941096619645</c:v>
              </c:pt>
              <c:pt idx="295">
                <c:v>0.3362132761874803</c:v>
              </c:pt>
              <c:pt idx="296">
                <c:v>0.4527271245674741</c:v>
              </c:pt>
              <c:pt idx="297">
                <c:v>0.45500485121107276</c:v>
              </c:pt>
              <c:pt idx="298">
                <c:v>0.3920713927335641</c:v>
              </c:pt>
              <c:pt idx="299">
                <c:v>0.24949900230680508</c:v>
              </c:pt>
              <c:pt idx="300">
                <c:v>0.7745235726643599</c:v>
              </c:pt>
              <c:pt idx="301">
                <c:v>0.032686020761245674</c:v>
              </c:pt>
              <c:pt idx="302">
                <c:v>1.0397114359861592</c:v>
              </c:pt>
              <c:pt idx="303">
                <c:v>0.0569860611303345</c:v>
              </c:pt>
              <c:pt idx="304">
                <c:v>0.02124734332948865</c:v>
              </c:pt>
              <c:pt idx="305">
                <c:v>0.5813993771626299</c:v>
              </c:pt>
              <c:pt idx="306">
                <c:v>0.44595828719723185</c:v>
              </c:pt>
              <c:pt idx="307">
                <c:v>0.050777004036908886</c:v>
              </c:pt>
              <c:pt idx="308">
                <c:v>0.3148710438292964</c:v>
              </c:pt>
              <c:pt idx="309">
                <c:v>0.21436528330449833</c:v>
              </c:pt>
              <c:pt idx="310">
                <c:v>0.08351664359861592</c:v>
              </c:pt>
              <c:pt idx="311">
                <c:v>0.7420909007352942</c:v>
              </c:pt>
              <c:pt idx="312">
                <c:v>1.3741962370242216</c:v>
              </c:pt>
              <c:pt idx="313">
                <c:v>0.12199349480968856</c:v>
              </c:pt>
              <c:pt idx="314">
                <c:v>0.15697440023068052</c:v>
              </c:pt>
              <c:pt idx="315">
                <c:v>0.24025512110726643</c:v>
              </c:pt>
              <c:pt idx="316">
                <c:v>0.18524223183391003</c:v>
              </c:pt>
              <c:pt idx="317">
                <c:v>0.18628458131487888</c:v>
              </c:pt>
              <c:pt idx="318">
                <c:v>0.06017867770637668</c:v>
              </c:pt>
              <c:pt idx="319">
                <c:v>1.0428106026528259</c:v>
              </c:pt>
              <c:pt idx="320">
                <c:v>0.5569492041522491</c:v>
              </c:pt>
              <c:pt idx="321">
                <c:v>0.28544504613610155</c:v>
              </c:pt>
              <c:pt idx="322">
                <c:v>0.5218825086505191</c:v>
              </c:pt>
              <c:pt idx="323">
                <c:v>0.3309942171280278</c:v>
              </c:pt>
              <c:pt idx="324">
                <c:v>4.904842582797825</c:v>
              </c:pt>
              <c:pt idx="325">
                <c:v>0.9591545501730105</c:v>
              </c:pt>
              <c:pt idx="326">
                <c:v>0.3169069084375833</c:v>
              </c:pt>
              <c:pt idx="327">
                <c:v>0.20499539792387544</c:v>
              </c:pt>
              <c:pt idx="328">
                <c:v>0.97189437716263</c:v>
              </c:pt>
              <c:pt idx="329">
                <c:v>0.31001164854176966</c:v>
              </c:pt>
              <c:pt idx="330">
                <c:v>0.17507610726643602</c:v>
              </c:pt>
              <c:pt idx="331">
                <c:v>0.14380562283737022</c:v>
              </c:pt>
              <c:pt idx="332">
                <c:v>0.2928069074394464</c:v>
              </c:pt>
              <c:pt idx="333">
                <c:v>0.3031178027681661</c:v>
              </c:pt>
              <c:pt idx="334">
                <c:v>0.15243103554576912</c:v>
              </c:pt>
              <c:pt idx="335">
                <c:v>0.11963373140138411</c:v>
              </c:pt>
              <c:pt idx="336">
                <c:v>0.07780945847750864</c:v>
              </c:pt>
              <c:pt idx="337">
                <c:v>0.27163820501730107</c:v>
              </c:pt>
              <c:pt idx="338">
                <c:v>1.7455606798290253</c:v>
              </c:pt>
              <c:pt idx="339">
                <c:v>0.1591513235294118</c:v>
              </c:pt>
              <c:pt idx="340">
                <c:v>0.6134955911188005</c:v>
              </c:pt>
              <c:pt idx="341">
                <c:v>0.2287056314878893</c:v>
              </c:pt>
              <c:pt idx="342">
                <c:v>0.6046153428751179</c:v>
              </c:pt>
              <c:pt idx="343">
                <c:v>0.25231935121107274</c:v>
              </c:pt>
              <c:pt idx="344">
                <c:v>0.2474614878892734</c:v>
              </c:pt>
              <c:pt idx="345">
                <c:v>0.25473702292387546</c:v>
              </c:pt>
              <c:pt idx="346">
                <c:v>0.9376987809422411</c:v>
              </c:pt>
              <c:pt idx="347">
                <c:v>0.6222371054032474</c:v>
              </c:pt>
              <c:pt idx="348">
                <c:v>0.14969296712802765</c:v>
              </c:pt>
              <c:pt idx="349">
                <c:v>0.2816273875432526</c:v>
              </c:pt>
              <c:pt idx="350">
                <c:v>0.4916736764705883</c:v>
              </c:pt>
              <c:pt idx="351">
                <c:v>0.10630034429065745</c:v>
              </c:pt>
              <c:pt idx="352">
                <c:v>1.6424876826786081</c:v>
              </c:pt>
              <c:pt idx="353">
                <c:v>0.5304400692041523</c:v>
              </c:pt>
              <c:pt idx="354">
                <c:v>0.48839220588235294</c:v>
              </c:pt>
              <c:pt idx="355">
                <c:v>0.33265103806228374</c:v>
              </c:pt>
              <c:pt idx="356">
                <c:v>0.31991121107266435</c:v>
              </c:pt>
              <c:pt idx="357">
                <c:v>0.4286869055857638</c:v>
              </c:pt>
              <c:pt idx="358">
                <c:v>0.5115175070776975</c:v>
              </c:pt>
              <c:pt idx="359">
                <c:v>0.589818353739686</c:v>
              </c:pt>
              <c:pt idx="360">
                <c:v>0.19412150519031146</c:v>
              </c:pt>
              <c:pt idx="361">
                <c:v>0.9891596309111881</c:v>
              </c:pt>
              <c:pt idx="362">
                <c:v>0.4689929238754325</c:v>
              </c:pt>
              <c:pt idx="363">
                <c:v>2.4271944117647064</c:v>
              </c:pt>
              <c:pt idx="364">
                <c:v>1.7666904522985665</c:v>
              </c:pt>
              <c:pt idx="365">
                <c:v>0.08534581067721204</c:v>
              </c:pt>
              <c:pt idx="366">
                <c:v>0.7091300836216841</c:v>
              </c:pt>
              <c:pt idx="367">
                <c:v>0.9348008910034604</c:v>
              </c:pt>
              <c:pt idx="368">
                <c:v>0.08112677706376668</c:v>
              </c:pt>
              <c:pt idx="369">
                <c:v>0.17521092025045312</c:v>
              </c:pt>
              <c:pt idx="370">
                <c:v>0.5204669723183392</c:v>
              </c:pt>
              <c:pt idx="371">
                <c:v>0.7548186634948096</c:v>
              </c:pt>
              <c:pt idx="372">
                <c:v>0.1429279243190489</c:v>
              </c:pt>
              <c:pt idx="373">
                <c:v>0.050360427202555236</c:v>
              </c:pt>
              <c:pt idx="374">
                <c:v>0.11388633217993079</c:v>
              </c:pt>
              <c:pt idx="375">
                <c:v>0.19530724666337124</c:v>
              </c:pt>
              <c:pt idx="376">
                <c:v>0.27424944059976936</c:v>
              </c:pt>
              <c:pt idx="377">
                <c:v>0.3249942733564014</c:v>
              </c:pt>
              <c:pt idx="378">
                <c:v>0.17173029411764706</c:v>
              </c:pt>
              <c:pt idx="379">
                <c:v>0.3211658910034602</c:v>
              </c:pt>
              <c:pt idx="380">
                <c:v>0.3095198875432526</c:v>
              </c:pt>
              <c:pt idx="381">
                <c:v>0.297005259515571</c:v>
              </c:pt>
              <c:pt idx="382">
                <c:v>0.15272993598615922</c:v>
              </c:pt>
              <c:pt idx="383">
                <c:v>0.17785570588235292</c:v>
              </c:pt>
              <c:pt idx="384">
                <c:v>0.6805512629757786</c:v>
              </c:pt>
              <c:pt idx="385">
                <c:v>0.6396937370242216</c:v>
              </c:pt>
              <c:pt idx="386">
                <c:v>0.6951377214532873</c:v>
              </c:pt>
              <c:pt idx="387">
                <c:v>0.46555560130718954</c:v>
              </c:pt>
              <c:pt idx="388">
                <c:v>0.14378953719723184</c:v>
              </c:pt>
              <c:pt idx="389">
                <c:v>0.4738131008403362</c:v>
              </c:pt>
              <c:pt idx="390">
                <c:v>0.17188310769896192</c:v>
              </c:pt>
              <c:pt idx="391">
                <c:v>0.23858599938937514</c:v>
              </c:pt>
              <c:pt idx="392">
                <c:v>0.3698410380622837</c:v>
              </c:pt>
              <c:pt idx="393">
                <c:v>0.23542942906574396</c:v>
              </c:pt>
              <c:pt idx="394">
                <c:v>0.1146230544982699</c:v>
              </c:pt>
              <c:pt idx="395">
                <c:v>0.41636070934256064</c:v>
              </c:pt>
              <c:pt idx="396">
                <c:v>0.5933027508650518</c:v>
              </c:pt>
              <c:pt idx="397">
                <c:v>0.20969240484429066</c:v>
              </c:pt>
              <c:pt idx="398">
                <c:v>0.7275535034602078</c:v>
              </c:pt>
              <c:pt idx="399">
                <c:v>0.3311167154644664</c:v>
              </c:pt>
              <c:pt idx="400">
                <c:v>0.18572480103806233</c:v>
              </c:pt>
              <c:pt idx="401">
                <c:v>0.2552101705388038</c:v>
              </c:pt>
              <c:pt idx="402">
                <c:v>0.11583269463667821</c:v>
              </c:pt>
              <c:pt idx="403">
                <c:v>0.38727072279892355</c:v>
              </c:pt>
              <c:pt idx="404">
                <c:v>0.1168718269896194</c:v>
              </c:pt>
              <c:pt idx="405">
                <c:v>0.5179927083988676</c:v>
              </c:pt>
              <c:pt idx="406">
                <c:v>0.1384222952710496</c:v>
              </c:pt>
              <c:pt idx="407">
                <c:v>0.10508059317844785</c:v>
              </c:pt>
              <c:pt idx="408">
                <c:v>0.26087691176470595</c:v>
              </c:pt>
              <c:pt idx="409">
                <c:v>0.06353368264953041</c:v>
              </c:pt>
              <c:pt idx="410">
                <c:v>0.36971235294117644</c:v>
              </c:pt>
              <c:pt idx="411">
                <c:v>0.0945192214532872</c:v>
              </c:pt>
              <c:pt idx="412">
                <c:v>0.09651384083044982</c:v>
              </c:pt>
              <c:pt idx="413">
                <c:v>0.40648412629757785</c:v>
              </c:pt>
              <c:pt idx="414">
                <c:v>0.3593532006920415</c:v>
              </c:pt>
              <c:pt idx="415">
                <c:v>0.19225557093425608</c:v>
              </c:pt>
              <c:pt idx="416">
                <c:v>0.3151999058054594</c:v>
              </c:pt>
              <c:pt idx="417">
                <c:v>0.48492843137254893</c:v>
              </c:pt>
              <c:pt idx="418">
                <c:v>0.9261146453287198</c:v>
              </c:pt>
              <c:pt idx="419">
                <c:v>0.11761820069204151</c:v>
              </c:pt>
              <c:pt idx="420">
                <c:v>0.1156843492887351</c:v>
              </c:pt>
              <c:pt idx="421">
                <c:v>0.2601863016147636</c:v>
              </c:pt>
              <c:pt idx="422">
                <c:v>0.14479649826989624</c:v>
              </c:pt>
              <c:pt idx="423">
                <c:v>0.3845111418685122</c:v>
              </c:pt>
              <c:pt idx="424">
                <c:v>0.18455376643598617</c:v>
              </c:pt>
              <c:pt idx="425">
                <c:v>0.5582923551038063</c:v>
              </c:pt>
              <c:pt idx="426">
                <c:v>0.4655421307594246</c:v>
              </c:pt>
              <c:pt idx="427">
                <c:v>1.6296469261822375</c:v>
              </c:pt>
              <c:pt idx="428">
                <c:v>0.0720922645136486</c:v>
              </c:pt>
              <c:pt idx="429">
                <c:v>0.8821824641621357</c:v>
              </c:pt>
              <c:pt idx="430">
                <c:v>0.15834704152249132</c:v>
              </c:pt>
              <c:pt idx="431">
                <c:v>0.7550227723952329</c:v>
              </c:pt>
              <c:pt idx="432">
                <c:v>2.2382703556324497</c:v>
              </c:pt>
              <c:pt idx="433">
                <c:v>1.3342073356401383</c:v>
              </c:pt>
              <c:pt idx="434">
                <c:v>0.2358798269896194</c:v>
              </c:pt>
              <c:pt idx="435">
                <c:v>0.18566045847750864</c:v>
              </c:pt>
              <c:pt idx="436">
                <c:v>0.6298458156653035</c:v>
              </c:pt>
              <c:pt idx="437">
                <c:v>0.8220430283470854</c:v>
              </c:pt>
              <c:pt idx="438">
                <c:v>0.19717134256055366</c:v>
              </c:pt>
              <c:pt idx="439">
                <c:v>0.33276899942329874</c:v>
              </c:pt>
              <c:pt idx="440">
                <c:v>0.7525988451557095</c:v>
              </c:pt>
              <c:pt idx="441">
                <c:v>0.656969714532872</c:v>
              </c:pt>
              <c:pt idx="442">
                <c:v>0.7404541868512111</c:v>
              </c:pt>
              <c:pt idx="443">
                <c:v>0.4251756401384083</c:v>
              </c:pt>
              <c:pt idx="444">
                <c:v>1.5603714359861593</c:v>
              </c:pt>
              <c:pt idx="445">
                <c:v>0.3191391003460208</c:v>
              </c:pt>
              <c:pt idx="446">
                <c:v>0.4481861483564014</c:v>
              </c:pt>
              <c:pt idx="447">
                <c:v>0.023310390509144834</c:v>
              </c:pt>
              <c:pt idx="448">
                <c:v>0.5536861171527434</c:v>
              </c:pt>
              <c:pt idx="449">
                <c:v>0.6104741717128029</c:v>
              </c:pt>
              <c:pt idx="450">
                <c:v>0.40059678200692045</c:v>
              </c:pt>
              <c:pt idx="451">
                <c:v>1.203945821799308</c:v>
              </c:pt>
              <c:pt idx="452">
                <c:v>0.3709992041522492</c:v>
              </c:pt>
              <c:pt idx="453">
                <c:v>0.5677389566143198</c:v>
              </c:pt>
              <c:pt idx="454">
                <c:v>1.5564787110726646</c:v>
              </c:pt>
              <c:pt idx="455">
                <c:v>0.14410588811995387</c:v>
              </c:pt>
              <c:pt idx="456">
                <c:v>0.2789491284602077</c:v>
              </c:pt>
              <c:pt idx="457">
                <c:v>0.1897747056351953</c:v>
              </c:pt>
              <c:pt idx="458">
                <c:v>0.28626924369747897</c:v>
              </c:pt>
              <c:pt idx="459">
                <c:v>0.29047448961937716</c:v>
              </c:pt>
              <c:pt idx="460">
                <c:v>0.5154482525951558</c:v>
              </c:pt>
              <c:pt idx="461">
                <c:v>0.23261980392156867</c:v>
              </c:pt>
              <c:pt idx="462">
                <c:v>0.19785337370242218</c:v>
              </c:pt>
              <c:pt idx="463">
                <c:v>0.6042892430795848</c:v>
              </c:pt>
              <c:pt idx="464">
                <c:v>0.4339380245098039</c:v>
              </c:pt>
              <c:pt idx="465">
                <c:v>0.23338762514417535</c:v>
              </c:pt>
              <c:pt idx="466">
                <c:v>0.12771998269896193</c:v>
              </c:pt>
              <c:pt idx="467">
                <c:v>0.9325108807801198</c:v>
              </c:pt>
              <c:pt idx="468">
                <c:v>0.49682337926347014</c:v>
              </c:pt>
              <c:pt idx="469">
                <c:v>0.6796719146482122</c:v>
              </c:pt>
              <c:pt idx="470">
                <c:v>0.38182407398253426</c:v>
              </c:pt>
              <c:pt idx="471">
                <c:v>0.14203160652496294</c:v>
              </c:pt>
              <c:pt idx="472">
                <c:v>0.26608865916955016</c:v>
              </c:pt>
              <c:pt idx="473">
                <c:v>0.2602227623990773</c:v>
              </c:pt>
              <c:pt idx="474">
                <c:v>0.7035215570934257</c:v>
              </c:pt>
              <c:pt idx="475">
                <c:v>0.6987602076124566</c:v>
              </c:pt>
              <c:pt idx="476">
                <c:v>0.6377312889273357</c:v>
              </c:pt>
              <c:pt idx="477">
                <c:v>0.17863639561707034</c:v>
              </c:pt>
              <c:pt idx="478">
                <c:v>0.3486482071799309</c:v>
              </c:pt>
              <c:pt idx="479">
                <c:v>0.15849717416378314</c:v>
              </c:pt>
              <c:pt idx="480">
                <c:v>0.6847270951557094</c:v>
              </c:pt>
              <c:pt idx="481">
                <c:v>0.5967772491349481</c:v>
              </c:pt>
              <c:pt idx="482">
                <c:v>0.35304762975778553</c:v>
              </c:pt>
              <c:pt idx="483">
                <c:v>0.3352676355247982</c:v>
              </c:pt>
              <c:pt idx="484">
                <c:v>0.9244417387543252</c:v>
              </c:pt>
              <c:pt idx="485">
                <c:v>0.3679751038062284</c:v>
              </c:pt>
              <c:pt idx="486">
                <c:v>1.002601864186851</c:v>
              </c:pt>
              <c:pt idx="487">
                <c:v>0.3284526859861591</c:v>
              </c:pt>
              <c:pt idx="488">
                <c:v>0.3310424740484429</c:v>
              </c:pt>
              <c:pt idx="489">
                <c:v>0.5516806838998575</c:v>
              </c:pt>
              <c:pt idx="490">
                <c:v>0.36884372837370244</c:v>
              </c:pt>
              <c:pt idx="491">
                <c:v>0.25371558477508654</c:v>
              </c:pt>
              <c:pt idx="492">
                <c:v>0.22109273670965712</c:v>
              </c:pt>
              <c:pt idx="493">
                <c:v>0.599881777681661</c:v>
              </c:pt>
              <c:pt idx="494">
                <c:v>0.4042964792387544</c:v>
              </c:pt>
              <c:pt idx="495">
                <c:v>0.2847801730103807</c:v>
              </c:pt>
              <c:pt idx="496">
                <c:v>0.16899930988081507</c:v>
              </c:pt>
              <c:pt idx="497">
                <c:v>0.8044106920415225</c:v>
              </c:pt>
              <c:pt idx="498">
                <c:v>1.1811283412629758</c:v>
              </c:pt>
              <c:pt idx="499">
                <c:v>0.07568829873125721</c:v>
              </c:pt>
              <c:pt idx="500">
                <c:v>0.7966400904977378</c:v>
              </c:pt>
              <c:pt idx="501">
                <c:v>0.7810336610232329</c:v>
              </c:pt>
              <c:pt idx="502">
                <c:v>0.4875189854176965</c:v>
              </c:pt>
              <c:pt idx="503">
                <c:v>0.1669367733564014</c:v>
              </c:pt>
              <c:pt idx="504">
                <c:v>0.39663167171280284</c:v>
              </c:pt>
              <c:pt idx="505">
                <c:v>0.46102088062283747</c:v>
              </c:pt>
              <c:pt idx="506">
                <c:v>0.13317990855165598</c:v>
              </c:pt>
              <c:pt idx="507">
                <c:v>0.5562463854138942</c:v>
              </c:pt>
              <c:pt idx="508">
                <c:v>1.0091379959630913</c:v>
              </c:pt>
              <c:pt idx="509">
                <c:v>0.9832025821799308</c:v>
              </c:pt>
              <c:pt idx="510">
                <c:v>0.37387531660899653</c:v>
              </c:pt>
              <c:pt idx="511">
                <c:v>0.04648106574394464</c:v>
              </c:pt>
              <c:pt idx="512">
                <c:v>0.24218539792387542</c:v>
              </c:pt>
              <c:pt idx="513">
                <c:v>0.0346806401384083</c:v>
              </c:pt>
              <c:pt idx="514">
                <c:v>0.7652421583044984</c:v>
              </c:pt>
              <c:pt idx="515">
                <c:v>0.04568321799307959</c:v>
              </c:pt>
              <c:pt idx="516">
                <c:v>0.365830351787774</c:v>
              </c:pt>
              <c:pt idx="517">
                <c:v>0.4758614922145329</c:v>
              </c:pt>
              <c:pt idx="518">
                <c:v>0.23185382105783492</c:v>
              </c:pt>
              <c:pt idx="519">
                <c:v>0.14966079584775088</c:v>
              </c:pt>
              <c:pt idx="520">
                <c:v>0.261463418951291</c:v>
              </c:pt>
              <c:pt idx="521">
                <c:v>0.1875843010380623</c:v>
              </c:pt>
              <c:pt idx="522">
                <c:v>0.2177352249134948</c:v>
              </c:pt>
              <c:pt idx="523">
                <c:v>0.6258049357390014</c:v>
              </c:pt>
              <c:pt idx="524">
                <c:v>0.7456802326028451</c:v>
              </c:pt>
              <c:pt idx="525">
                <c:v>0.18325833621683968</c:v>
              </c:pt>
              <c:pt idx="526">
                <c:v>0.22901662053056515</c:v>
              </c:pt>
              <c:pt idx="527">
                <c:v>0.4477984844290658</c:v>
              </c:pt>
              <c:pt idx="528">
                <c:v>0.32931809342560553</c:v>
              </c:pt>
              <c:pt idx="529">
                <c:v>0.1648456401384083</c:v>
              </c:pt>
              <c:pt idx="530">
                <c:v>0.26860445328719723</c:v>
              </c:pt>
              <c:pt idx="531">
                <c:v>0.21375885467128028</c:v>
              </c:pt>
              <c:pt idx="532">
                <c:v>0.060095951557093436</c:v>
              </c:pt>
              <c:pt idx="533">
                <c:v>0.6380690873702424</c:v>
              </c:pt>
              <c:pt idx="534">
                <c:v>0.3557470146482123</c:v>
              </c:pt>
              <c:pt idx="535">
                <c:v>0.1556703910034602</c:v>
              </c:pt>
              <c:pt idx="536">
                <c:v>0.8004140998517055</c:v>
              </c:pt>
              <c:pt idx="537">
                <c:v>0.29952748788927336</c:v>
              </c:pt>
              <c:pt idx="538">
                <c:v>0.35188946366782015</c:v>
              </c:pt>
              <c:pt idx="539">
                <c:v>0.9972667935409457</c:v>
              </c:pt>
              <c:pt idx="540">
                <c:v>0.29411959316346864</c:v>
              </c:pt>
              <c:pt idx="541">
                <c:v>0.655119865916955</c:v>
              </c:pt>
              <c:pt idx="542">
                <c:v>0.1650386678200692</c:v>
              </c:pt>
              <c:pt idx="543">
                <c:v>0.8102842486406329</c:v>
              </c:pt>
              <c:pt idx="544">
                <c:v>0.28429467914438505</c:v>
              </c:pt>
              <c:pt idx="545">
                <c:v>0.3864285501730105</c:v>
              </c:pt>
              <c:pt idx="546">
                <c:v>0.5131611670336584</c:v>
              </c:pt>
              <c:pt idx="547">
                <c:v>0.11974150519031142</c:v>
              </c:pt>
              <c:pt idx="548">
                <c:v>0.1674561097380129</c:v>
              </c:pt>
              <c:pt idx="549">
                <c:v>0.1496969885380623</c:v>
              </c:pt>
              <c:pt idx="550">
                <c:v>0.2689847893118032</c:v>
              </c:pt>
              <c:pt idx="551">
                <c:v>0.247233071799308</c:v>
              </c:pt>
              <c:pt idx="552">
                <c:v>0.23574309904844293</c:v>
              </c:pt>
              <c:pt idx="553">
                <c:v>0.2311064132785467</c:v>
              </c:pt>
              <c:pt idx="554">
                <c:v>0.25748284169550173</c:v>
              </c:pt>
              <c:pt idx="555">
                <c:v>0.7407839424740486</c:v>
              </c:pt>
              <c:pt idx="556">
                <c:v>0.3502165570934257</c:v>
              </c:pt>
              <c:pt idx="557">
                <c:v>0.691360813148789</c:v>
              </c:pt>
              <c:pt idx="558">
                <c:v>0.09258894463667819</c:v>
              </c:pt>
              <c:pt idx="559">
                <c:v>0.6579210652496293</c:v>
              </c:pt>
              <c:pt idx="560">
                <c:v>0.051152335640138415</c:v>
              </c:pt>
              <c:pt idx="561">
                <c:v>0.051216678200692034</c:v>
              </c:pt>
              <c:pt idx="562">
                <c:v>0.12492966032295273</c:v>
              </c:pt>
              <c:pt idx="563">
                <c:v>0.14360455233564012</c:v>
              </c:pt>
              <c:pt idx="564">
                <c:v>0.01411675778546713</c:v>
              </c:pt>
              <c:pt idx="565">
                <c:v>0.5667292733564013</c:v>
              </c:pt>
              <c:pt idx="566">
                <c:v>0.57715276816609</c:v>
              </c:pt>
              <c:pt idx="567">
                <c:v>0.7468884429065746</c:v>
              </c:pt>
              <c:pt idx="568">
                <c:v>0.10095004590542098</c:v>
              </c:pt>
              <c:pt idx="569">
                <c:v>0.18164333794694348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Runoff, 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4495A"/>
                </a:solidFill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Rainfall, 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4495A"/>
                </a:solidFill>
              </a:defRPr>
            </a:pPr>
          </a:p>
        </c:txPr>
        <c:crossAx val="48672768"/>
        <c:majorUnit val="2"/>
      </c:valAx>
      <c:spPr>
        <a:noFill xmlns:a="http://schemas.openxmlformats.org/drawingml/2006/main"/>
        <a:ln xmlns:a="http://schemas.openxmlformats.org/drawingml/2006/main" w="9525">
          <a:solidFill>
            <a:srgbClr val="C8D8DF"/>
          </a:solidFill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Poor</c:v>
          </c:tx>
          <c:spPr>
            <a:ln xmlns:a="http://schemas.openxmlformats.org/drawingml/2006/main" w="19050">
              <a:solidFill>
                <a:srgbClr val="C85D45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7"/>
              <c:pt idx="0">
                <c:v>2001</c:v>
              </c:pt>
              <c:pt idx="1">
                <c:v>2004</c:v>
              </c:pt>
              <c:pt idx="2">
                <c:v>2007</c:v>
              </c:pt>
              <c:pt idx="3">
                <c:v>2010</c:v>
              </c:pt>
              <c:pt idx="4">
                <c:v>2013</c:v>
              </c:pt>
              <c:pt idx="5">
                <c:v>2016</c:v>
              </c:pt>
              <c:pt idx="6">
                <c:v>2019</c:v>
              </c:pt>
            </c:numLit>
          </c:cat>
          <c:val>
            <c:numLit>
              <c:formatCode>General</c:formatCode>
              <c:ptCount val="7"/>
              <c:pt idx="0">
                <c:v>80.4586</c:v>
              </c:pt>
              <c:pt idx="1">
                <c:v>80.469</c:v>
              </c:pt>
              <c:pt idx="2">
                <c:v>80.502</c:v>
              </c:pt>
              <c:pt idx="3">
                <c:v>80.5198</c:v>
              </c:pt>
              <c:pt idx="4">
                <c:v>80.5587</c:v>
              </c:pt>
              <c:pt idx="5">
                <c:v>80.5994</c:v>
              </c:pt>
              <c:pt idx="6">
                <c:v>80.6309</c:v>
              </c:pt>
            </c:numLit>
          </c:val>
        </c:ser>
        <c:ser>
          <c:idx val="1"/>
          <c:order val="1"/>
          <c:tx>
            <c:v>Fair</c:v>
          </c:tx>
          <c:spPr>
            <a:ln xmlns:a="http://schemas.openxmlformats.org/drawingml/2006/main" w="28575">
              <a:solidFill>
                <a:srgbClr val="087B9C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87B9C"/>
              </a:solidFill>
            </c:spPr>
          </c:marker>
          <c:cat>
            <c:numLit>
              <c:formatCode>General</c:formatCode>
              <c:ptCount val="7"/>
              <c:pt idx="0">
                <c:v>2001</c:v>
              </c:pt>
              <c:pt idx="1">
                <c:v>2004</c:v>
              </c:pt>
              <c:pt idx="2">
                <c:v>2007</c:v>
              </c:pt>
              <c:pt idx="3">
                <c:v>2010</c:v>
              </c:pt>
              <c:pt idx="4">
                <c:v>2013</c:v>
              </c:pt>
              <c:pt idx="5">
                <c:v>2016</c:v>
              </c:pt>
              <c:pt idx="6">
                <c:v>2019</c:v>
              </c:pt>
            </c:numLit>
          </c:cat>
          <c:val>
            <c:numLit>
              <c:formatCode>General</c:formatCode>
              <c:ptCount val="7"/>
              <c:pt idx="0">
                <c:v>75.4914</c:v>
              </c:pt>
              <c:pt idx="1">
                <c:v>75.5693</c:v>
              </c:pt>
              <c:pt idx="2">
                <c:v>75.6357</c:v>
              </c:pt>
              <c:pt idx="3">
                <c:v>75.6826</c:v>
              </c:pt>
              <c:pt idx="4">
                <c:v>75.7123</c:v>
              </c:pt>
              <c:pt idx="5">
                <c:v>75.7491</c:v>
              </c:pt>
              <c:pt idx="6">
                <c:v>75.779</c:v>
              </c:pt>
            </c:numLit>
          </c:val>
        </c:ser>
        <c:ser>
          <c:idx val="2"/>
          <c:order val="2"/>
          <c:tx>
            <c:v>Good</c:v>
          </c:tx>
          <c:spPr>
            <a:ln xmlns:a="http://schemas.openxmlformats.org/drawingml/2006/main" w="19050">
              <a:solidFill>
                <a:srgbClr val="6F9A7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7"/>
              <c:pt idx="0">
                <c:v>2001</c:v>
              </c:pt>
              <c:pt idx="1">
                <c:v>2004</c:v>
              </c:pt>
              <c:pt idx="2">
                <c:v>2007</c:v>
              </c:pt>
              <c:pt idx="3">
                <c:v>2010</c:v>
              </c:pt>
              <c:pt idx="4">
                <c:v>2013</c:v>
              </c:pt>
              <c:pt idx="5">
                <c:v>2016</c:v>
              </c:pt>
              <c:pt idx="6">
                <c:v>2019</c:v>
              </c:pt>
            </c:numLit>
          </c:cat>
          <c:val>
            <c:numLit>
              <c:formatCode>General</c:formatCode>
              <c:ptCount val="7"/>
              <c:pt idx="0">
                <c:v>71.8492</c:v>
              </c:pt>
              <c:pt idx="1">
                <c:v>71.9757</c:v>
              </c:pt>
              <c:pt idx="2">
                <c:v>72.0672</c:v>
              </c:pt>
              <c:pt idx="3">
                <c:v>72.1359</c:v>
              </c:pt>
              <c:pt idx="4">
                <c:v>72.1598</c:v>
              </c:pt>
              <c:pt idx="5">
                <c:v>72.1948</c:v>
              </c:pt>
              <c:pt idx="6">
                <c:v>72.2245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4495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2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Composite CN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4495A"/>
                </a:solidFill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9525">
          <a:solidFill>
            <a:srgbClr val="C8D8D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34495A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9F984BC-6ED9-42DD-9813-42B85BEA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6858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5875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7ADE48-99FD-4972-9B6B-4F4144DD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68580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2187C2-C59B-4F75-A140-2B451E28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9052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0D4"/>
                </a:solidFill>
                <a:latin typeface="Calibri"/>
                <a:ea typeface="Calibri"/>
                <a:cs typeface="Calibri"/>
              </a:rPr>
              <a:t>2026 ASCE–EWRI Watershed Management Conference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88867C3-6103-44F2-8177-0B650BA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87552"/>
            <a:ext cx="9052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0D4"/>
                </a:solidFill>
                <a:latin typeface="Calibri"/>
                <a:ea typeface="Calibri"/>
                <a:cs typeface="Calibri"/>
              </a:rPr>
              <a:t>Curve Number Hydrology and Remote Sensing Task Committees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97D3F31-6AA6-4F5B-8888-FCF54D68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0584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Modern Curve Number Hydrology</a:t>
            </a:r>
            <a:endParaRPr sz="4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5F8D99-2F94-48A4-AF07-DA51F339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9692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Theory, spatial estimation, and Earth Observation applications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6C89CD-A916-4B6C-A447-E413506D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7FA6BF"/>
                </a:solidFill>
                <a:latin typeface="Calibri"/>
                <a:ea typeface="Calibri"/>
                <a:cs typeface="Calibri"/>
              </a:rPr>
              <a:t>DURATION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E68F02C-2622-4A2A-835C-6829C6F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Four hours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9C382D-5B03-434E-9C05-AE72C46A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45262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7FA6BF"/>
                </a:solidFill>
                <a:latin typeface="Calibri"/>
                <a:ea typeface="Calibri"/>
                <a:cs typeface="Calibri"/>
              </a:rPr>
              <a:t>FORMAT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BEF4416-7BE1-4065-A57B-62C50DE2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4828032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Lecture and three computational labs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650C2E5-9598-4C32-BE65-35F127A3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45262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7FA6BF"/>
                </a:solidFill>
                <a:latin typeface="Calibri"/>
                <a:ea typeface="Calibri"/>
                <a:cs typeface="Calibri"/>
              </a:rPr>
              <a:t>CREDIT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C40EF8E-55E0-4E26-84D7-F69D4B82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4828032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4.0 PDH for the full workshop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D52666A-E750-4484-A32F-A5B6248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4476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FA6BF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4DC5C60-B464-46C8-8711-D9404B5B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150">
                <a:solidFill>
                  <a:srgbClr val="9FC0D4"/>
                </a:solidFill>
                <a:latin typeface="Calibri"/>
                <a:ea typeface="Calibri"/>
                <a:cs typeface="Calibri"/>
              </a:rPr>
              <a:t>John J. Ramirez-Avila, Mississippi State University  |  Saurav Kumar, Arizona State University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280280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WORKSHOP PROBLEM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curve number is an interpreted parameter—not a direct observation of land cover, soil, or runoff.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The workshop asks how model calibration, watershed data, spatial aggregation, and observed response jointly support a defensible estimate.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D56A1B-0590-41C8-B21D-1C0F8A7A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Workshop instructors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AB3B01-67D5-4124-98C5-F64E6040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workshop integrates curve-number hydrology, spatial data, and engineering interpretation.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93C4D07-CB31-47EE-B4D3-02504760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C4E0E8-EFB2-425A-8C88-CC8918B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7C944C-9F12-4FEF-A74D-2453D9E4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FB83E0C-69D0-4D2D-BDE1-94FE8E0B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94BFDD-226D-4623-8DD9-CE0E4103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0574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1DDD6A-C50C-409A-97E2-2A064434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0574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JJ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82C6FE5-8EA0-455A-9C0A-7F50D9FB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121408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1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John J. Ramirez-Avila</a:t>
            </a:r>
            <a:endParaRPr sz="2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1EE22A-A1D3-473D-A04E-5BDD3264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57860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Mississippi State University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E80F6A5-CCA7-4B29-9DBA-5F142492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108960"/>
            <a:ext cx="4480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Curve-number theory, rainfall–runoff interpretation, and the reporting implications of calibration and compositing.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C7C5C9-AB5D-40C1-BB93-76D415BB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AC41447-5D16-4150-AC12-93F8E1C0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0574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A5B04F7-B946-4F51-922C-8B7546E0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0574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SK</a:t>
            </a:r>
            <a:endParaRPr sz="2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3931046-90CA-4863-A33D-2D5DB3D3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121408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1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Saurav Kumar</a:t>
            </a:r>
            <a:endParaRPr sz="2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07EB21D-5B2F-4752-883E-D87E86A7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57860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Arizona State University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BF50F8A-9255-4564-8890-21A2C713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108960"/>
            <a:ext cx="4480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Earth Observation, watershed-scale estimation, temporal change, and reproducible computational workflows.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E68516A-FAAD-486E-BB62-0B800C6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Participants may use verified reference datasets or apply the same analytical framework through Earth Engine to a selected watershed.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60134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9F8421-7E2F-4C0F-BECC-F77182CD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Learning objectives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C93AE9-5FC0-4015-9604-9B7603E7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138BA04-5603-4C78-B42E-BAB97996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AC5AFC0-0A5D-4700-84F7-1364FC21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4CAA1C8-233D-4EBC-B03F-AC7813C6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1B1731-B847-43D6-A59B-88F16411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249212-C053-4B9D-9103-712E7127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45920"/>
            <a:ext cx="9966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Explain the governing relation</a:t>
            </a:r>
            <a:endParaRPr sz="17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79B125E-2D76-4ACA-A835-B62E1EFC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048256"/>
            <a:ext cx="9966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Relate rainfall, initial abstraction, retention, runoff, curve number, and the initial-abstraction ratio.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2781E17-0950-4E55-BA97-116DA345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F5C3ED-4AED-4270-8C06-64BDDB29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2E1A36-4D81-4D08-B3D8-3785EB55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16352"/>
            <a:ext cx="9966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Estimate CN from spatial data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560B2EB-3C47-4D76-BB40-3333D22F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218688"/>
            <a:ext cx="9966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Combine watershed boundaries, land cover, and hydrologic soil group with explicit provenance.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BB2905C-CE60-4E6B-97B9-F8A211AA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6849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D27D3A-D1B0-494E-A76C-AA16C363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6849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31AA06-0FC9-482E-9F8A-6122934E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86784"/>
            <a:ext cx="9966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Evaluate methodological uncertainty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905AD14-60A0-4F19-9C94-3DBA480A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389120"/>
            <a:ext cx="9966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observed change with hydrologic condition, soil coverage, calibration, and compositing choices.</a:t>
            </a:r>
            <a:endParaRPr sz="13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C0B95E6-FD3C-4BFC-AF10-1B30120E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389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0078DD1-E88F-4060-9D31-8DB9A89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3892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C5E7C08-A86E-4522-812A-87056453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57216"/>
            <a:ext cx="9966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Prepare a reproducible statement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CA759FA-4BB6-4997-AE12-89B96285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59552"/>
            <a:ext cx="9966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Report the parameter, data sources, assumptions, spatial coverage, and evidence supporting interpretation.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737705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4009EA6-E8C7-421B-8B57-E3CB03CC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Workshop schedule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221F39-9D17-4B98-B902-E0F40F9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Three linked modules move from theory to spatial estimation and interpretation.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82F6614-B7CC-4AF8-89EB-A443AEEA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4C090F-D3FE-41CA-8C0E-6CE546B2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9AA16E7-9752-4414-8972-169B7D78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3BBD25-FE04-4F8E-A741-F5CE3D8E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0:00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F3BC29-A4B4-4DAD-92C4-F7F94054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276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Welcome and orientation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2682B9-DC68-4EF7-8433-37E6243B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6276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10 min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DA438B-0047-4544-AE81-7933C437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848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0:10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EA9498-FF7A-4CA9-8F0A-DA830673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848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Foundations: rainfall, runoff, and curve number</a:t>
            </a:r>
            <a:endParaRPr sz="14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09D9895-BE0A-4760-B86A-02CC6298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0848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40 min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EF35DF-5DAF-4E49-942A-ECDD0E79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420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0:50</a:t>
            </a:r>
            <a:endParaRPr sz="14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6A2F8A4-7B72-4E1E-9394-63350FAE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420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Lab 1 and report-out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E55A4E-E468-4610-BF5C-5C7C31D5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5420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30 min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E8D5F57-3252-437C-89B1-7C766C6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992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1:20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0DC9911-93B3-49F2-BC08-239DB1AE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92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Break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7F444AE-49ED-4171-90A6-5DE30D82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9992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15 min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AA3668C-540B-407E-9F3F-BDB2D2BF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1:35</a:t>
            </a:r>
            <a:endParaRPr sz="14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C5136D9-7C65-4A5F-854F-B2B195BF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564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Earth Observation and spatial estimation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9B46035-E19E-4BD1-BD5E-1E11811C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564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25 min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D7B06C6-9D9E-4648-8A9B-EACB4858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136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6E7B85"/>
                </a:solidFill>
                <a:latin typeface="Cambria"/>
                <a:ea typeface="Cambria"/>
                <a:cs typeface="Cambria"/>
              </a:rPr>
              <a:t>2:00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88912DE-FA22-45C2-A8F1-1A9886C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136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Lab 2 and report-out</a:t>
            </a:r>
            <a:endParaRPr sz="14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B915267-EC0B-48A2-A4C9-8B148D2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9136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45 min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5C37078-6380-42CE-A778-261B0AD5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708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2:45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57A3C22-CA01-45B4-B669-7A5CCDA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708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Break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600004C-5550-4C04-9A88-A86EEFC7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3708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15 min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6A5B529-E288-4ADF-A157-81DE6A1F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3:00</a:t>
            </a:r>
            <a:endParaRPr sz="14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95B55C0-32C4-4E37-88C9-D8BAD42D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280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Change, uncertainty, and Lab 3</a:t>
            </a:r>
            <a:endParaRPr sz="14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0040181-6197-4FA9-A42A-349586CF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8280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45 min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A6837A0-68C9-4832-91F4-216DD615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3:45</a:t>
            </a:r>
            <a:endParaRPr sz="14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3700660-3B34-4A3C-9E1A-011C6F7D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852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Reporting synthesis and close</a:t>
            </a:r>
            <a:endParaRPr sz="14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FE7BCE0-CD56-4F47-B6FB-AEFF92EC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2852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15 min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D031134-E739-4C1C-BDAE-2A691277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4:00</a:t>
            </a:r>
            <a:endParaRPr sz="14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847CD4B-42BE-4D50-B643-70B9DB52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424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End</a:t>
            </a:r>
            <a:endParaRPr sz="14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249ED07-67AA-419E-9652-CB658F82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7424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15 min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996199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Two reference watersheds anchor the analysis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Long-record USGS gages provide contrasting physiographic and hydrologic settings.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USGS NWIS and NLDI; workshop data registry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Difficult Run near Great Falls, Virginia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USGS 01646000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Drainage area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57.8 square miles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Physiography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Piedmont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Record begins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1935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Workshop role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Complete spatial and gage analysis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Accotink Creek near Annandale, Virginia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USGS 01654000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Drainage area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23.9 square miles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Physiography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Coastal Plain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Record begins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1947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Workshop role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Contrasting fitted behavior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reference datasets support the complete analytical sequence; Earth Engine extends the same method to a participant-selected watershed.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FOUNDATIONS · THEORY AND CALIBRATION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curve number is inferred from rainfall–runoff behavior; it is not a directly observed property of a pixel.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The spatial inputs inform parameter estimation. The runoff relation, calibration convention, and observed response determine its interpretation.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The runoff equation contains two linked parameters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Rainfall, P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Observed storm depth for the event.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Initial abstraction, Iₐ = λS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Loss before runoff begins; λ is part of the calibration.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Potential retention, S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 = 1000/CN − 10 inches.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Direct runoff, Q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Q = (P − Iₐ)² / (P − Iₐ + S) for P &gt; Iₐ; otherwise Q = 0.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Changing λ changes the curve-number scale. Report λ and CN together.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Initial abstraction controls the onset of modeled runoff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Example for CN 70 and λ = 0.20: S = 4.286 in and Iₐ = 0.857 in.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NEH-630 Subpart H; cnkit runoff calculation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Event below the threshold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 = 0.75 in &lt; Iₐ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Rainfall depth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0.750 in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Initial abstraction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0.857 in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Modeled direct runoff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0.000 in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Threshold not crossed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Event above the threshold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 = 1.50 in &gt; Iₐ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Rainfall depth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1.500 in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Excess above Iₐ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0.643 in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Modeled direct runoff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0.084 in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Nonlinear response begins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 zero value below Iₐ is a statement about modeled direct runoff, not a claim that no water moves within the watershed.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Lambda and curve number form a calibration pair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Changing one without converting the other changes the model response.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NEH-630 Ch. 10; Woodward et al. (2003)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Conventional formulation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Initial-abstraction ratio λ = 0.20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Curve number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75.5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Three-inch storm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0.988 in runoff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Calibration basis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NEH/TR-55 tables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Retention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 = 3.245 in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Alternative formulation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Initial-abstraction ratio λ = 0.05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Converted curve number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66.0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Three-inch storm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0.953 in runoff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Calibration basis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Empirical conversion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 different CN scale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 reported curve number is incomplete unless its initial-abstraction convention is stated.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Table and event CNs answer different questions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They may be compared, but they should not be treated as interchangeable observations.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NEH-630; Hawkins (1993); USGS NWIS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Table-derived CN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Assigned from watershed attributes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Primary inputs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Land cover, HSG, condition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Evidence type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Spatial classification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Analytical role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Design baseline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Main sensitivities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Mapping and lookup choices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Event-derived CN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Inferred from measured response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Primary inputs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Rainfall P and runoff Q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Evidence type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Storm observations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Analytical role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Performance evidence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Main sensitivities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Separation, λ, and fit form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Agreement is evidence of consistency; disagreement is a diagnostic that must be interpreted in context.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Curve number is inferred from storm response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Measured rainfall and runoff provide the evidence used to evaluate an assigned table value.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USGS NWIS; events_01646000.csv; cnkit 1.1.0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Difficult Run storm events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570 separated events · 1990–2026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Parameter estimation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NRCS runoff relation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Observed variables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Rainfall P and runoff Q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Model parameters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Curve number CN and λ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Asymptotic fit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CN∞ = 69.7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Table estimate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CN = 75.5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fitted estimate is obtained from measured events; the table estimate is assigned from land cover, soil, and hydrologic condition.</a:t>
            </a:r>
            <a:endParaRPr sz="1250"/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14400" y="2914650"/>
          <a:ext xmlns:a="http://schemas.openxmlformats.org/drawingml/2006/main" cx="4619625" cy="2152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1d8e871ab2480c"/>
          </a:graphicData>
        </a:graphic>
      </p:graphicFrame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Asymptotic fitting tests whether event CN stabilizes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Prepare the events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Separate rainfall and direct runoff consistently; retain the event-selection record.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Invert the equation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Compute an event CN from each valid P–Q pair at the stated λ.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Fit a named response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Estimate the Hawkins standard asymptote from event CN versus rainfall depth.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Evaluate adequacy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Inspect event count, pattern, residual behavior, and R² before interpreting CN∞.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 fitted asymptote is evidence about the measured record; it does not erase uncertainty in event separation or model structure.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Compositing order changes runoff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One inch of rainfall over 60% connected impervious cover and 40% woods.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NEH-630 Ch. 9; TR-55 Worksheet 2; cnkit calculation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Three valid calculations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CN 98 impervious · CN 55 woods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Distributed runoff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0.4745 in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Area-weighted CN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0.0949 in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Area-weighted 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0.0277 in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Maximum ratio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17×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Why the results diverge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The wooded subarea has Iₐ = 1.64 in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Storm depth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1.00 in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Distributed sequence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Compute Q, then average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Lumped sequence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Average parameter, then Q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Engineering choice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Document the representation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arithmetic is correct in each case; the calculations represent different spatial models.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Compositing diverges near abstraction thresholds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Hold CN values and area fractions fixed; vary only storm depth P.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Notebook 01 controlled calculation; NEH-630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Near-threshold example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One-inch storm over CN 98 and CN 55 subareas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Distributed runoff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0.4745 in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Area-weighted CN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0.0949 in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Area-weighted 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0.0277 in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Maximum ratio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17×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Why the gap changes with P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Subareas cross Iₐ at different storm depths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Small storms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Threshold effects dominate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Larger storms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More subareas generate Q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Controlled comparison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Only rainfall changes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Reporting implication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State the representation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chosen compositing convention is part of the model definition and should remain visible in design-runoff reporting.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Lab 1 · Understand and audit the equation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Run the setup and comparison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Open Notebook 01, execute the reference calculations, and inspect the three-inch storm table.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Evaluate the lambda pair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Explain why λ = 0.20 and λ = 0.05 require different curve-number scales.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Calculate the weighting example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distributed runoff, weighted CN, and weighted S for the one-inch storm.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Prepare the report-out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Select a compositing convention and identify the evidence supporting that choice.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Working time: 20 minutes. Record the three runoff depths and one concise interpretation.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LAB 1 · REPORT-OUT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Which compositing convention would you report for a heterogeneous watershed, and what evidence supports that choice?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State the calculation sequence, the resulting runoff depth, and the spatial representation implied by the method.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EARTH OBSERVATION · SPATIAL ESTIMATION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watershed curve number is constructed from a boundary, land cover, soil interpretation, lookup convention, and spatial aggregation.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Earth Engine supplies watershed-specific spatial measurements; the same hydrologic arithmetic is available through the versioned reference pathway.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Earth Observation supports spatial estimation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Define the watershed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a verified boundary, USGS gage number, or outlet coordinates.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Measure land cover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Select the product, year, resolution, and class system explicitly.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Resolve hydrologic soil group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Link mapped soil units to HSG and quantify the area with no assignment.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Aggregate the joint distribution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Align land cover and soil spatially, then summarize observed class pairs.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Reference datasets provide verified outputs; Earth Engine applies the same sequence to a selected watershed.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Watershed delineation begins at a defined outlet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 gage identifier and an arbitrary coordinate use related but distinct USGS routes.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USGS NLDI API; cnkit.delineate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Gage route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watershed_from_gage(gage)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Identifier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Eight-digit USGS gage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NLDI action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Resolve monitoring location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Boundary action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Aggregate upstream basin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Primary use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Gage-based analysis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Outlet-coordinate route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watershed_from_point(lat, lon)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Identifier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Latitude and longitude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NLDI action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Snap to NHDPlusV2 flowline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Boundary action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Split-catchment upstream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Primary use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Selected outlet analysis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Record the requested point, snapped point, delineation method, source dataset, area, and warnings with the returned geometry.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The delineation library exposes each operation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Resolve or snap the outlet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Translate a gage or coordinate into a network-connected hydrolocation.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Navigate upstream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Request the NHDPlusV2 basin or split-catchment aggregation from NLDI.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Construct the record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Return GeoJSON, area, request and snapped points, source, method, and warnings.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Retain fallback provenance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If the selected route changes, preserve the method used rather than hiding the substitution.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Delineation is a USGS web-service operation; Earth Engine authentication is a separate later step.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 watershed boundary requires verification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Outlet location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Confirm the requested and snapped points represent the intended control point.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Drainage area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calculated area with published gage metadata or another trusted source.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Upstream extent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Inspect ridges, tributaries, nested basins, and obvious network discontinuities.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Geometry validity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Check coordinate order, closure, multipart geometry, and unreasonable vertex artifacts.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Method provenance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Retain NLDI route, dataset, request parameters, timestamp, and warnings.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Map context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Plot the boundary and outlet over a referenced basemap before raster analysis.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A successful web request is not equivalent to a verified watershed.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Earth Engine supports a selected-watershed analysis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Register access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an Earth Engine-enabled Google Cloud project associated with the participant.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Open in Colab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The Python API is available in Colab; import, authenticate, and initialize the session.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Verify the project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Run the readiness check and confirm a simple server-side calculation returns 42.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Select a watershed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Provide a USGS gage number or outlet coordinates for the live application.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Use versioned evidence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The reference pathway reproduces the complete analysis with recorded watershed outputs.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Keep one result schema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Both pathways report boundary, inputs, CN, unmapped area, assumptions, and provenance.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Earth Engine is an application pathway; the theory, calculations, and interpretation are fully available in every notebook.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Earth Engine executes a deferred request graph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Define objects locally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Python statements construct deferred Earth Engine images, geometries, and reducers.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Build the request graph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Filter collections, select bands, clip to the basin, mask, and specify reductions.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Execute remotely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Earth Engine evaluates the graph against cloud-hosted data at the stated scale.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Retrieve summaries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getInfo only for compact tables and scalars returned to the notebook.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cnkit.gee organizes the request; the analyst still selects boundary, product, year, scale, soil source, and interpretation.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The Basin object binds geometry and execution settings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Boundary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Converts the verified watershed GeoJSON into an Earth Engine geometry.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Project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Initializes requests through the participant’s Earth Engine-enabled Cloud project.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Analysis scale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Retains the working pixel size used by reductions and comparisons.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Pixel policy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Controls reprojection, drainage treatment, and compatible reductions.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Cache and retrieval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Avoids repeated service work and retrieves only compact summaries.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Method record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Carries selected inputs into land-cover, soil, joint-distribution, and trajectory methods.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Convenience methods orchestrate operations; they do not remove the need to inspect boundary, inputs, coverage, and assumptions.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Land-cover class area and imperviousness differ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Both are useful; neither should be substituted for the other.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USGS Annual NLCD Collection 1.2; cnkit.gee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Categorical land cover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Basin.landcover(year)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Source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Annual NLCD class band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Operation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Clip, mask, frequency histogram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Output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Area by NLCD class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Use in CN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Lookup-table class index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Fractional imperviousness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Basin.impervious(year)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Source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Annual impervious band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Operation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Clip and mean reduction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Output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Mean impervious percent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Use in interpretation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Development intensity evidence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Report product, collection, year, class system, resolution, mask, and watershed denominator with the land-cover summary.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Hydrologic soil group is an interpreted class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Group A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High infiltration potential and generally lower runoff potential when thoroughly wetted.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Group B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Moderate infiltration and runoff potential under the standard interpretation.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Group C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Slow infiltration and greater runoff potential than groups A or B.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Group D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Very slow infiltration or high runoff potential under the table framework.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Dual groups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A/D, B/D, and C/D depend on drainage convention; retain the original designation.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Unmapped area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Map units without a resolved HSG remain explicit rather than silently reassigned.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State the soil source, HSG interpretation, drainage convention, spatial scale, and mapped fraction.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gNATSGO geometry is joined to Soil Data Access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Measure map-unit keys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Reduce the 30 m gNATSGO map-unit-key raster within the verified basin.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Resolve attributes once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Query Soil Data Access for dominant-condition HSG linked to each map-unit key.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Reclassify in Earth Engine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Map the lookup back to the basin raster while retaining dual groups and missing values.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Summarize coverage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Return HSG areas and the fraction for which no assignment was available.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raster defines where map units occur; Soil Data Access supplies the tabular interpretation used by the lookup.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Soil source and spatial coverage remain reportable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Difficult Run demonstrates the scale of a source choice under the same land cover and condition.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Executed Earth Engine evidence; USDA SDA; HiHydroSoil v2.0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gNATSGO with SDA HSG lookup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CONUS map-unit interpretation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Analysis scale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30 m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Area with no HSG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21.27%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Composite CN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75.7790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Role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Workshop reference estimate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HiHydroSoil v2.0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Global modelled comparison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Analysis scale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250 m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Composite CN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83.9564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Difference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+8.1774 CN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Role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Source-sensitivity analysis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Report the soil asset, spatial scale, HSG interpretation, and mapped fraction with the composite estimate.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Marginal and joint distributions differ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distinction is spatial association, not simply data volume.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EPA StreamCat; USDA SDA; Annual NLCD; gNATSGO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Marginal distributions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Land-cover and soil percentages are separate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Spatial association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Not retained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Required assumption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Independent pairing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Computation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Cross all classes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Synthetic joint table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Joint spatial distribution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Land-cover–soil pairs share a location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Spatial association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Measured pixel by pixel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Required assumption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No independent pairing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Computation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Aggregate observed pairs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Observed joint table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 spatial workflow adds information by preserving where land-cover and soil classes occur together.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Independent pairing adds 1.88 curve-number units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comparison uses identical raster marginals; only the pairing method changes.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Executed Earth Engine evidence, 6 August 2026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Marginals crossed independently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Difficult Run · 2019 · fair condition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Composite CN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77.6638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Land cover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Same raster marginal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Soils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Same raster marginal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Pairing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Assumed independent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Observed joint distribution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Difficult Run · 2019 · fair condition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Composite CN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75.7790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Land cover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Same raster marginal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Soils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Same raster marginal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Pairing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Measured jointly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1.8848-unit difference isolates the independence assumption. The earlier 4.50-unit result is a feasible tabular range, not this correction.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The lookup assigns CN to each spatial class pair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Land-cover class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Translate Annual NLCD classes into the adopted TR-55 or NEH category crosswalk.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Hydrologic soil group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Index A, B, C, D, or the documented treatment of a dual group.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Hydrologic condition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Select poor, fair, or good from management and cover evidence—not from NLCD alone.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Local lookup value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Attach the table CN to each mapped land-cover–soil spatial unit.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Unmapped pair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Retain null values when the crosswalk or HSG interpretation does not support a lookup.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Audit output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Rank local area contributions and inspect dominant or unresolved combinations.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The library indexes the adopted table; the analyst establishes the crosswalk and evidentiary basis for hydrologic condition.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Aggregation retains the compositing convention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cnkit returns multiple composites and the unmapped fraction so the choice remains auditable.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NEH-630; cnkit.lookup.composite_from_areas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Area-weighted CN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Average local curve numbers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Calculation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Σ AᵢCNᵢ / Σ Aᵢ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Hydrologic meaning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One lumped CN parameter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Runoff step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Apply Q after averaging CN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Required record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Mapped area and convention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Area-weighted retention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Average S derived from local CN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Calculation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Σ AᵢSᵢ / Σ Aᵢ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Hydrologic meaning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One lumped retention value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Runoff step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Convert S and apply Q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Not returned here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Distributed runoff by subarea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 composite CN is a parameter. A runoff depth additionally requires storm depth, lambda, and the stated spatial representation.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Design runoff is the final step of a documented chain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Select the storm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a stated NOAA Atlas 14 duration, annual-exceedance interval, location, and depth.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Select the model pair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the reported composite CN with the matching initial-abstraction ratio λ.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Apply the equation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Compute runoff depth only after boundary, spatial inputs, lookup, and aggregation are fixed.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Assemble provenance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Report boundary, products, years, scale, HSG source, condition, coverage, convention, storm, and result.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For the Difficult Run reference analysis, the versioned 10-year 24-hour depth is 4.78 in at the gage location.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Lab 2 · Estimate CN for a watershed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Select the data pathway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a reference watershed or apply Earth Engine to a gage or outlet selected for analysis.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Review the boundary and inputs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Record delineation, land-cover product and year, soil source, resolution, and coverage.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Estimate the joint composite CN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observed joint pairing with independent crossing and calculate the condition spread.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Prepare the report-out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Report CN, compositing convention, unmapped area, independence effect, and provenance.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Working time: 35 minutes. Both pathways use the same result schema and interpretation questions.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LAB 2 · REPORT-OUT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Which methodological uncertainty should accompany the headline curve-number estimate?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Use the condition spread, soil coverage, source sensitivity, and pairing effect to support the selection.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CHANGE · CALIBRATION · ANTECEDENT STATE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temporal difference is interpretable only after the changing signal is compared with uncertainty introduced by the method.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The analysis holds boundary, soils, lookup, condition, scale, and compositing constant while land-cover year changes, then compares spatial, event, and antecedent-state evidence.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 defensible trajectory changes one input at a time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Changing input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Annual NLCD year supplies the land-cover trajectory from 2001 through 2019.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Boundary held fixed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one verified Difficult Run geometry for every year.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Soils held fixed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the same gNATSGO and Soil Data Access HSG interpretation.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Lookup held fixed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Keep the crosswalk, hydrologic condition, and lambda convention constant.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Scale held fixed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the same raster resolution, masks, and coverage accounting.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Aggregation held fixed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the observed joint distribution and the same composite convention every year.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Without these controls, a change in CN may reflect a workflow change rather than a watershed change.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Condition uncertainty exceeds the observed change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Difficult Run, 2001–2019; Annual NLCD and SDA-resolved gNATSGO.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Executed Earth Engine trajectory, 6 August 2026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Difficult Run trajectory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Observed joint distribution · seven years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Scale comparison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Land-cover signal and methodological band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Measured change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+0.2876 CN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Mean condition spread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8.4473 CN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Spread / change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29.4×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Area with no HSG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21.27%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temporal trajectory is interpretable only when the hydrologic-condition band and spatial coverage are reported with it.</a:t>
            </a:r>
            <a:endParaRPr sz="1250"/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14400" y="2914650"/>
          <a:ext xmlns:a="http://schemas.openxmlformats.org/drawingml/2006/main" cx="4619625" cy="2152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6ae163ce864f97"/>
          </a:graphicData>
        </a:graphic>
      </p:graphicFrame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Table and fitted estimates differ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Asymptotic fits use measured rainfall and runoff; table estimates represent assigned basin characteristics.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USGS NWIS events; cnkit asymptotic fits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Difficult Run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USGS 01646000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Events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570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Table CN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75.5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Fitted CN∞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69.696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Fit R²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0.488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Accotink Creek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USGS 01654000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Events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563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Table CN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77.9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Fitted CN∞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78.902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Fit R²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0.083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direction and strength of disagreement differ between basins; a universal table correction is not supported by these records.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Antecedent-state measures are not equivalent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They can be compared on the same event dates, but their categories should not be relabeled as equivalent.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NEH-630/NEH-4; NASA POWER Daily API and MERRA-2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Rainfall-history convention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Antecedent rainfall accumulation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Variable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Prior multi-day precipitation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Threshold basis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Seasonal historical classes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Discrete runoff-condition proxy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Primary limitation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Does not observe soil water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Root-zone wetness convention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NASA POWER GWETROOT percentile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Variable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Modeled root-zone wetness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Threshold basis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Event-date empirical quantiles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Continuous antecedent-state proxy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Primary limitation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Coarse reanalysis support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Use both as reproducible descriptors; do not redefine NRCS antecedent runoff-condition classes with NASA wetness percentiles.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Observed soil moisture stratifies event response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Difficult Run events grouped by NASA POWER root-zone wetness on the day before each event.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NASA POWER GWETROOT; USGS NWIS event record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Driest third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Antecedent root-zone state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Events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204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wetness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0.49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event CN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74.97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runoff ratio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0.144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Wettest third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Antecedent root-zone state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Events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179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wetness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0.79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event CN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83.44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runoff ratio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0.285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Observed antecedent state provides a reproducible continuous variable for evaluating event response.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Lab 3 · Evaluate change and uncertainty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Plot the temporal trajectory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Place the fair-condition estimate inside the poor-to-good hydrologic-condition band.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Compare signal and assumptions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Calculate the land-cover change, mean condition spread, and their ratio.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Fit the measured gage record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asymptotic fitted CN with the table estimate for both reference watersheds.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Evaluate antecedent state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event response across the driest and wettest root-zone moisture thirds.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Working time: 25 minutes. Conclude with the six-line reporting statement in Notebook 03.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LAB 3 · REPORT-OUT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Does the observed temporal change exceed the uncertainty introduced by the method?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Compare the measured trajectory, hydrologic-condition spread, fitted gage evidence, and antecedent-state analysis.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 reproducible report states six items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4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Equation and calibration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Curve-number relation, λ, and conversion basis.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Land cover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Product, year, class system, and resolution.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Soils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Source, HSG interpretation, and unmapped fraction.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Hydrologic condition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Selected condition and poor-to-good sensitivity.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Compositing convention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Distributed runoff, weighted CN, or weighted S.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Evidence and uncertainty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Measured change, fitted response, and assumption band.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Together these items define the minimum record needed to interpret and reproduce the estimate.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 complete result is a structured scientific claim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4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Parameter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Difficult Run 2019 fair-condition composite CN = 75.7790; λ = 0.20.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Spatial basis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NLDI boundary; Annual NLCD; 30 m gNATSGO with SDA HSG; observed joint pairs.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Design response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Apply the stated CN–λ pair to the 4.78 in NOAA Atlas 14 10-year 24-hour depth.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Uncertainty record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21.27% no mapped HSG; +1.8848 CN independence effect; 8.4473 CN mean condition spread.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result remains interpretable because the calibration, measurement pathway, coverage, aggregation, rainfall basis, and sensitivity evidence are stated together.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Resources for continued application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4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Earth Engine setup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Project registration, authentication, and Colab initialization.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Readiness notebook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Verifies cnkit, reference data, calculations, and Earth Engine access.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Three laboratory notebooks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Theory, spatial estimation, and evaluation in Google Colab.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Versioned data bundle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Reference inputs and recorded Earth Engine results with checksum.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cnkit 1.1.0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Core hydrology, delineation, Earth Engine, and workflow functions.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GitHub repository and portal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Slides, notebooks, data, source documentation, and build scripts.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Earth Engine supports watershed-specific application; the reference datasets support the same complete analytical sequence.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SYNTHESIS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Report the curve number with its calibration, spatial provenance, compositing convention, and uncertainty.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A single value becomes interpretable when the measurement pathway and methodological assumptions are documented beside it.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2026-08-07T07:06:17.9970000Z</dcterms:created>
  <dcterms:modified xsi:type="dcterms:W3CDTF">2026-08-07T07:06:17.9970000Z</dcterms:modified>
</coreProperties>
</file>
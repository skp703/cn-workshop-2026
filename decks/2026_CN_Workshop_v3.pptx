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1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slides/charts/chart2.xml" ContentType="application/vnd.openxmlformats-officedocument.drawingml.chart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580cadb7eb4d6a" /><Relationship Type="http://schemas.openxmlformats.org/officeDocument/2006/relationships/extended-properties" Target="/docProps/app.xml" Id="R2b9093314ba84a17" /><Relationship Type="http://schemas.openxmlformats.org/officeDocument/2006/relationships/officeDocument" Target="/ppt/presentation.xml" Id="R59bf0e832bd2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71ff2ed5964f02"/>
  </p:sldMasterIdLst>
  <p:notesMasterIdLst>
    <p:notesMasterId xmlns:r="http://schemas.openxmlformats.org/officeDocument/2006/relationships" r:id="R8704160b485141b5"/>
  </p:notesMasterIdLst>
  <p:sldIdLst>
    <p:sldId xmlns:r="http://schemas.openxmlformats.org/officeDocument/2006/relationships" id="256" r:id="R7886f5c0f2764139"/>
    <p:sldId xmlns:r="http://schemas.openxmlformats.org/officeDocument/2006/relationships" id="257" r:id="R741e1c28029247ae"/>
    <p:sldId xmlns:r="http://schemas.openxmlformats.org/officeDocument/2006/relationships" id="258" r:id="R03c6cd1ce66c4dde"/>
    <p:sldId xmlns:r="http://schemas.openxmlformats.org/officeDocument/2006/relationships" id="259" r:id="Ra1b46182e555429a"/>
    <p:sldId xmlns:r="http://schemas.openxmlformats.org/officeDocument/2006/relationships" id="260" r:id="R524d289d8d594b07"/>
    <p:sldId xmlns:r="http://schemas.openxmlformats.org/officeDocument/2006/relationships" id="261" r:id="Rfc2c26f9fb8c4193"/>
    <p:sldId xmlns:r="http://schemas.openxmlformats.org/officeDocument/2006/relationships" id="262" r:id="Rbe4410ff41614b34"/>
    <p:sldId xmlns:r="http://schemas.openxmlformats.org/officeDocument/2006/relationships" id="263" r:id="R1fb8aa263f234f91"/>
    <p:sldId xmlns:r="http://schemas.openxmlformats.org/officeDocument/2006/relationships" id="264" r:id="Re32fd0ee19cb45c3"/>
    <p:sldId xmlns:r="http://schemas.openxmlformats.org/officeDocument/2006/relationships" id="265" r:id="R4a404446fb1c48cc"/>
    <p:sldId xmlns:r="http://schemas.openxmlformats.org/officeDocument/2006/relationships" id="266" r:id="Rc816322a21dd4120"/>
    <p:sldId xmlns:r="http://schemas.openxmlformats.org/officeDocument/2006/relationships" id="267" r:id="Rd28c7abcca004aa8"/>
    <p:sldId xmlns:r="http://schemas.openxmlformats.org/officeDocument/2006/relationships" id="268" r:id="Rb1639f4810d7470d"/>
    <p:sldId xmlns:r="http://schemas.openxmlformats.org/officeDocument/2006/relationships" id="269" r:id="R9d5f1db6d79a4e92"/>
    <p:sldId xmlns:r="http://schemas.openxmlformats.org/officeDocument/2006/relationships" id="270" r:id="R3dc14487e29a47ed"/>
    <p:sldId xmlns:r="http://schemas.openxmlformats.org/officeDocument/2006/relationships" id="271" r:id="Rb549ca1616d84a44"/>
    <p:sldId xmlns:r="http://schemas.openxmlformats.org/officeDocument/2006/relationships" id="272" r:id="R0760022fd18f403a"/>
    <p:sldId xmlns:r="http://schemas.openxmlformats.org/officeDocument/2006/relationships" id="273" r:id="R8300762893964df6"/>
    <p:sldId xmlns:r="http://schemas.openxmlformats.org/officeDocument/2006/relationships" id="274" r:id="Raf7a3533dd6e40a1"/>
    <p:sldId xmlns:r="http://schemas.openxmlformats.org/officeDocument/2006/relationships" id="275" r:id="R0b59da9785714cf6"/>
    <p:sldId xmlns:r="http://schemas.openxmlformats.org/officeDocument/2006/relationships" id="276" r:id="Rc2e8da5f91964cb2"/>
    <p:sldId xmlns:r="http://schemas.openxmlformats.org/officeDocument/2006/relationships" id="277" r:id="R16d6365ace004f71"/>
    <p:sldId xmlns:r="http://schemas.openxmlformats.org/officeDocument/2006/relationships" id="278" r:id="Rc60b2ec6db6c4413"/>
    <p:sldId xmlns:r="http://schemas.openxmlformats.org/officeDocument/2006/relationships" id="279" r:id="Rb8cdf181b349443f"/>
    <p:sldId xmlns:r="http://schemas.openxmlformats.org/officeDocument/2006/relationships" id="280" r:id="R5e3bfbca7142445c"/>
    <p:sldId xmlns:r="http://schemas.openxmlformats.org/officeDocument/2006/relationships" id="281" r:id="R2ab6ae56013f4255"/>
    <p:sldId xmlns:r="http://schemas.openxmlformats.org/officeDocument/2006/relationships" id="282" r:id="R59a133e728c7456b"/>
    <p:sldId xmlns:r="http://schemas.openxmlformats.org/officeDocument/2006/relationships" id="283" r:id="R342f7b2cd5f848fa"/>
    <p:sldId xmlns:r="http://schemas.openxmlformats.org/officeDocument/2006/relationships" id="284" r:id="R7cca4c3577a04178"/>
    <p:sldId xmlns:r="http://schemas.openxmlformats.org/officeDocument/2006/relationships" id="285" r:id="R9686ac4a623645c4"/>
    <p:sldId xmlns:r="http://schemas.openxmlformats.org/officeDocument/2006/relationships" id="286" r:id="R4be9d68541154d6d"/>
    <p:sldId xmlns:r="http://schemas.openxmlformats.org/officeDocument/2006/relationships" id="287" r:id="R7d28394b04554d13"/>
    <p:sldId xmlns:r="http://schemas.openxmlformats.org/officeDocument/2006/relationships" id="288" r:id="R092730abf3304ba5"/>
    <p:sldId xmlns:r="http://schemas.openxmlformats.org/officeDocument/2006/relationships" id="289" r:id="Rd61e53b2ffd34ba7"/>
    <p:sldId xmlns:r="http://schemas.openxmlformats.org/officeDocument/2006/relationships" id="290" r:id="R1a99765301e54b74"/>
    <p:sldId xmlns:r="http://schemas.openxmlformats.org/officeDocument/2006/relationships" id="291" r:id="Rc2af0ea2294a48b3"/>
    <p:sldId xmlns:r="http://schemas.openxmlformats.org/officeDocument/2006/relationships" id="292" r:id="R64bfce59f094438d"/>
    <p:sldId xmlns:r="http://schemas.openxmlformats.org/officeDocument/2006/relationships" id="293" r:id="R35bca60ac366476e"/>
    <p:sldId xmlns:r="http://schemas.openxmlformats.org/officeDocument/2006/relationships" id="294" r:id="R50a8af81925f49a2"/>
    <p:sldId xmlns:r="http://schemas.openxmlformats.org/officeDocument/2006/relationships" id="295" r:id="R6e2d000cc94747d8"/>
    <p:sldId xmlns:r="http://schemas.openxmlformats.org/officeDocument/2006/relationships" id="296" r:id="Rf65a14953c694847"/>
    <p:sldId xmlns:r="http://schemas.openxmlformats.org/officeDocument/2006/relationships" id="297" r:id="Ra190ad4859c1448e"/>
    <p:sldId xmlns:r="http://schemas.openxmlformats.org/officeDocument/2006/relationships" id="298" r:id="R0da9f8bbcb2c447c"/>
    <p:sldId xmlns:r="http://schemas.openxmlformats.org/officeDocument/2006/relationships" id="299" r:id="R707aacde4ccd492a"/>
    <p:sldId xmlns:r="http://schemas.openxmlformats.org/officeDocument/2006/relationships" id="300" r:id="R54fcbac161ff4076"/>
    <p:sldId xmlns:r="http://schemas.openxmlformats.org/officeDocument/2006/relationships" id="301" r:id="R7f17d6e2fd2e4a2a"/>
    <p:sldId xmlns:r="http://schemas.openxmlformats.org/officeDocument/2006/relationships" id="302" r:id="R2a3ef8642fb64fb4"/>
    <p:sldId xmlns:r="http://schemas.openxmlformats.org/officeDocument/2006/relationships" id="303" r:id="R22504202e0884a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239506f5084464" /><Relationship Type="http://schemas.openxmlformats.org/officeDocument/2006/relationships/slideMaster" Target="/ppt/slideMasters/slideMaster1.xml" Id="R6171ff2ed5964f02" /><Relationship Type="http://schemas.openxmlformats.org/officeDocument/2006/relationships/notesMaster" Target="/ppt/notesMasters/notesMaster1.xml" Id="R8704160b485141b5" /><Relationship Type="http://schemas.openxmlformats.org/officeDocument/2006/relationships/presProps" Target="/ppt/presProps.xml" Id="R7cb480980ed44ef7" /><Relationship Type="http://schemas.openxmlformats.org/officeDocument/2006/relationships/viewProps" Target="/ppt/viewProps.xml" Id="R322e0ce3fa6c4841" /><Relationship Type="http://schemas.openxmlformats.org/officeDocument/2006/relationships/tableStyles" Target="/ppt/tableStyles.xml" Id="Rebc4ae7e3b784fb0" /><Relationship Type="http://schemas.openxmlformats.org/officeDocument/2006/relationships/slide" Target="/ppt/slides/slide1.xml" Id="R7886f5c0f2764139" /><Relationship Type="http://schemas.openxmlformats.org/officeDocument/2006/relationships/slide" Target="/ppt/slides/slide2.xml" Id="R741e1c28029247ae" /><Relationship Type="http://schemas.openxmlformats.org/officeDocument/2006/relationships/slide" Target="/ppt/slides/slide3.xml" Id="R03c6cd1ce66c4dde" /><Relationship Type="http://schemas.openxmlformats.org/officeDocument/2006/relationships/slide" Target="/ppt/slides/slide4.xml" Id="Ra1b46182e555429a" /><Relationship Type="http://schemas.openxmlformats.org/officeDocument/2006/relationships/slide" Target="/ppt/slides/slide5.xml" Id="R524d289d8d594b07" /><Relationship Type="http://schemas.openxmlformats.org/officeDocument/2006/relationships/slide" Target="/ppt/slides/slide6.xml" Id="Rfc2c26f9fb8c4193" /><Relationship Type="http://schemas.openxmlformats.org/officeDocument/2006/relationships/slide" Target="/ppt/slides/slide7.xml" Id="Rbe4410ff41614b34" /><Relationship Type="http://schemas.openxmlformats.org/officeDocument/2006/relationships/slide" Target="/ppt/slides/slide8.xml" Id="R1fb8aa263f234f91" /><Relationship Type="http://schemas.openxmlformats.org/officeDocument/2006/relationships/slide" Target="/ppt/slides/slide9.xml" Id="Re32fd0ee19cb45c3" /><Relationship Type="http://schemas.openxmlformats.org/officeDocument/2006/relationships/slide" Target="/ppt/slides/slide10.xml" Id="R4a404446fb1c48cc" /><Relationship Type="http://schemas.openxmlformats.org/officeDocument/2006/relationships/slide" Target="/ppt/slides/slide11.xml" Id="Rc816322a21dd4120" /><Relationship Type="http://schemas.openxmlformats.org/officeDocument/2006/relationships/slide" Target="/ppt/slides/slide12.xml" Id="Rd28c7abcca004aa8" /><Relationship Type="http://schemas.openxmlformats.org/officeDocument/2006/relationships/slide" Target="/ppt/slides/slide13.xml" Id="Rb1639f4810d7470d" /><Relationship Type="http://schemas.openxmlformats.org/officeDocument/2006/relationships/slide" Target="/ppt/slides/slide14.xml" Id="R9d5f1db6d79a4e92" /><Relationship Type="http://schemas.openxmlformats.org/officeDocument/2006/relationships/slide" Target="/ppt/slides/slide15.xml" Id="R3dc14487e29a47ed" /><Relationship Type="http://schemas.openxmlformats.org/officeDocument/2006/relationships/slide" Target="/ppt/slides/slide16.xml" Id="Rb549ca1616d84a44" /><Relationship Type="http://schemas.openxmlformats.org/officeDocument/2006/relationships/slide" Target="/ppt/slides/slide17.xml" Id="R0760022fd18f403a" /><Relationship Type="http://schemas.openxmlformats.org/officeDocument/2006/relationships/slide" Target="/ppt/slides/slide18.xml" Id="R8300762893964df6" /><Relationship Type="http://schemas.openxmlformats.org/officeDocument/2006/relationships/slide" Target="/ppt/slides/slide19.xml" Id="Raf7a3533dd6e40a1" /><Relationship Type="http://schemas.openxmlformats.org/officeDocument/2006/relationships/slide" Target="/ppt/slides/slide20.xml" Id="R0b59da9785714cf6" /><Relationship Type="http://schemas.openxmlformats.org/officeDocument/2006/relationships/slide" Target="/ppt/slides/slide21.xml" Id="Rc2e8da5f91964cb2" /><Relationship Type="http://schemas.openxmlformats.org/officeDocument/2006/relationships/slide" Target="/ppt/slides/slide22.xml" Id="R16d6365ace004f71" /><Relationship Type="http://schemas.openxmlformats.org/officeDocument/2006/relationships/slide" Target="/ppt/slides/slide23.xml" Id="Rc60b2ec6db6c4413" /><Relationship Type="http://schemas.openxmlformats.org/officeDocument/2006/relationships/slide" Target="/ppt/slides/slide24.xml" Id="Rb8cdf181b349443f" /><Relationship Type="http://schemas.openxmlformats.org/officeDocument/2006/relationships/slide" Target="/ppt/slides/slide25.xml" Id="R5e3bfbca7142445c" /><Relationship Type="http://schemas.openxmlformats.org/officeDocument/2006/relationships/slide" Target="/ppt/slides/slide26.xml" Id="R2ab6ae56013f4255" /><Relationship Type="http://schemas.openxmlformats.org/officeDocument/2006/relationships/slide" Target="/ppt/slides/slide27.xml" Id="R59a133e728c7456b" /><Relationship Type="http://schemas.openxmlformats.org/officeDocument/2006/relationships/slide" Target="/ppt/slides/slide28.xml" Id="R342f7b2cd5f848fa" /><Relationship Type="http://schemas.openxmlformats.org/officeDocument/2006/relationships/slide" Target="/ppt/slides/slide29.xml" Id="R7cca4c3577a04178" /><Relationship Type="http://schemas.openxmlformats.org/officeDocument/2006/relationships/slide" Target="/ppt/slides/slide30.xml" Id="R9686ac4a623645c4" /><Relationship Type="http://schemas.openxmlformats.org/officeDocument/2006/relationships/slide" Target="/ppt/slides/slide31.xml" Id="R4be9d68541154d6d" /><Relationship Type="http://schemas.openxmlformats.org/officeDocument/2006/relationships/slide" Target="/ppt/slides/slide32.xml" Id="R7d28394b04554d13" /><Relationship Type="http://schemas.openxmlformats.org/officeDocument/2006/relationships/slide" Target="/ppt/slides/slide33.xml" Id="R092730abf3304ba5" /><Relationship Type="http://schemas.openxmlformats.org/officeDocument/2006/relationships/slide" Target="/ppt/slides/slide34.xml" Id="Rd61e53b2ffd34ba7" /><Relationship Type="http://schemas.openxmlformats.org/officeDocument/2006/relationships/slide" Target="/ppt/slides/slide35.xml" Id="R1a99765301e54b74" /><Relationship Type="http://schemas.openxmlformats.org/officeDocument/2006/relationships/slide" Target="/ppt/slides/slide36.xml" Id="Rc2af0ea2294a48b3" /><Relationship Type="http://schemas.openxmlformats.org/officeDocument/2006/relationships/slide" Target="/ppt/slides/slide37.xml" Id="R64bfce59f094438d" /><Relationship Type="http://schemas.openxmlformats.org/officeDocument/2006/relationships/slide" Target="/ppt/slides/slide38.xml" Id="R35bca60ac366476e" /><Relationship Type="http://schemas.openxmlformats.org/officeDocument/2006/relationships/slide" Target="/ppt/slides/slide39.xml" Id="R50a8af81925f49a2" /><Relationship Type="http://schemas.openxmlformats.org/officeDocument/2006/relationships/slide" Target="/ppt/slides/slide40.xml" Id="R6e2d000cc94747d8" /><Relationship Type="http://schemas.openxmlformats.org/officeDocument/2006/relationships/slide" Target="/ppt/slides/slide41.xml" Id="Rf65a14953c694847" /><Relationship Type="http://schemas.openxmlformats.org/officeDocument/2006/relationships/slide" Target="/ppt/slides/slide42.xml" Id="Ra190ad4859c1448e" /><Relationship Type="http://schemas.openxmlformats.org/officeDocument/2006/relationships/slide" Target="/ppt/slides/slide43.xml" Id="R0da9f8bbcb2c447c" /><Relationship Type="http://schemas.openxmlformats.org/officeDocument/2006/relationships/slide" Target="/ppt/slides/slide44.xml" Id="R707aacde4ccd492a" /><Relationship Type="http://schemas.openxmlformats.org/officeDocument/2006/relationships/slide" Target="/ppt/slides/slide45.xml" Id="R54fcbac161ff4076" /><Relationship Type="http://schemas.openxmlformats.org/officeDocument/2006/relationships/slide" Target="/ppt/slides/slide46.xml" Id="R7f17d6e2fd2e4a2a" /><Relationship Type="http://schemas.openxmlformats.org/officeDocument/2006/relationships/slide" Target="/ppt/slides/slide47.xml" Id="R2a3ef8642fb64fb4" /><Relationship Type="http://schemas.openxmlformats.org/officeDocument/2006/relationships/slide" Target="/ppt/slides/slide48.xml" Id="R22504202e0884a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68af8d2d1349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e2f92455fb4a09" /><Relationship Type="http://schemas.openxmlformats.org/officeDocument/2006/relationships/notesMaster" Target="/ppt/notesMasters/notesMaster1.xml" Id="Rb046c8a4c0f142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f9ab502f8a46ee" /><Relationship Type="http://schemas.openxmlformats.org/officeDocument/2006/relationships/notesMaster" Target="/ppt/notesMasters/notesMaster1.xml" Id="Rad14e6f09c754b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8c2353ea95468d" /><Relationship Type="http://schemas.openxmlformats.org/officeDocument/2006/relationships/notesMaster" Target="/ppt/notesMasters/notesMaster1.xml" Id="Rbb352ccc282740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abc2c60a7f4230" /><Relationship Type="http://schemas.openxmlformats.org/officeDocument/2006/relationships/notesMaster" Target="/ppt/notesMasters/notesMaster1.xml" Id="R3d39e3b75d7f4e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8899d4af7e4f6b" /><Relationship Type="http://schemas.openxmlformats.org/officeDocument/2006/relationships/notesMaster" Target="/ppt/notesMasters/notesMaster1.xml" Id="Rdd4e047874cd43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f86ba5ebaa41dd" /><Relationship Type="http://schemas.openxmlformats.org/officeDocument/2006/relationships/notesMaster" Target="/ppt/notesMasters/notesMaster1.xml" Id="R320dd04e984b4a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0101b1c4fd4ee1" /><Relationship Type="http://schemas.openxmlformats.org/officeDocument/2006/relationships/notesMaster" Target="/ppt/notesMasters/notesMaster1.xml" Id="R2f4b9d5dcdf341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49ecaca5d64784" /><Relationship Type="http://schemas.openxmlformats.org/officeDocument/2006/relationships/notesMaster" Target="/ppt/notesMasters/notesMaster1.xml" Id="Rf6276484cc4148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9630429bcb4977" /><Relationship Type="http://schemas.openxmlformats.org/officeDocument/2006/relationships/notesMaster" Target="/ppt/notesMasters/notesMaster1.xml" Id="R8746b406ec3b43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7a009a29f34740" /><Relationship Type="http://schemas.openxmlformats.org/officeDocument/2006/relationships/notesMaster" Target="/ppt/notesMasters/notesMaster1.xml" Id="R826bf1e83db447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e15d07f1444407" /><Relationship Type="http://schemas.openxmlformats.org/officeDocument/2006/relationships/notesMaster" Target="/ppt/notesMasters/notesMaster1.xml" Id="Rc3c5f5b572a74b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cc66e813f5483e" /><Relationship Type="http://schemas.openxmlformats.org/officeDocument/2006/relationships/notesMaster" Target="/ppt/notesMasters/notesMaster1.xml" Id="R89860348735042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0ce9ce8a874625" /><Relationship Type="http://schemas.openxmlformats.org/officeDocument/2006/relationships/notesMaster" Target="/ppt/notesMasters/notesMaster1.xml" Id="Rb91e7edd353443b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aecc97cfb14d08" /><Relationship Type="http://schemas.openxmlformats.org/officeDocument/2006/relationships/notesMaster" Target="/ppt/notesMasters/notesMaster1.xml" Id="R9b42d1d760af445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ab14bea3204e37" /><Relationship Type="http://schemas.openxmlformats.org/officeDocument/2006/relationships/notesMaster" Target="/ppt/notesMasters/notesMaster1.xml" Id="Rb770c73480b242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d56c3dbc2f4084" /><Relationship Type="http://schemas.openxmlformats.org/officeDocument/2006/relationships/notesMaster" Target="/ppt/notesMasters/notesMaster1.xml" Id="R4d3558bcf9b247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0ee9cc89674694" /><Relationship Type="http://schemas.openxmlformats.org/officeDocument/2006/relationships/notesMaster" Target="/ppt/notesMasters/notesMaster1.xml" Id="R46fe99a9e1824f7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2216432517849ca" /><Relationship Type="http://schemas.openxmlformats.org/officeDocument/2006/relationships/notesMaster" Target="/ppt/notesMasters/notesMaster1.xml" Id="Rf99f00c590c142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a0a467441e84abd" /><Relationship Type="http://schemas.openxmlformats.org/officeDocument/2006/relationships/notesMaster" Target="/ppt/notesMasters/notesMaster1.xml" Id="R3bebddb7049648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a96dc6b14464a8f" /><Relationship Type="http://schemas.openxmlformats.org/officeDocument/2006/relationships/notesMaster" Target="/ppt/notesMasters/notesMaster1.xml" Id="R5c9985f3cdd64f6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d79e8e7780a4e15" /><Relationship Type="http://schemas.openxmlformats.org/officeDocument/2006/relationships/notesMaster" Target="/ppt/notesMasters/notesMaster1.xml" Id="R5898bfe15be843b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5f2e794e624d31" /><Relationship Type="http://schemas.openxmlformats.org/officeDocument/2006/relationships/notesMaster" Target="/ppt/notesMasters/notesMaster1.xml" Id="R8732076e03094c3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ae908b48c57458d" /><Relationship Type="http://schemas.openxmlformats.org/officeDocument/2006/relationships/notesMaster" Target="/ppt/notesMasters/notesMaster1.xml" Id="Rc3546aa6c51e4a6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7bf60a0b0934b9d" /><Relationship Type="http://schemas.openxmlformats.org/officeDocument/2006/relationships/notesMaster" Target="/ppt/notesMasters/notesMaster1.xml" Id="R05bbb8ef46f14f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d14ba0d288b405c" /><Relationship Type="http://schemas.openxmlformats.org/officeDocument/2006/relationships/notesMaster" Target="/ppt/notesMasters/notesMaster1.xml" Id="Rdf4cb2d9b5da476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752198fc4524b57" /><Relationship Type="http://schemas.openxmlformats.org/officeDocument/2006/relationships/notesMaster" Target="/ppt/notesMasters/notesMaster1.xml" Id="R88d2f4aaa61941c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0e26bca0ddd4206" /><Relationship Type="http://schemas.openxmlformats.org/officeDocument/2006/relationships/notesMaster" Target="/ppt/notesMasters/notesMaster1.xml" Id="Rb7307bdf5845423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0dfb1aba48344a2" /><Relationship Type="http://schemas.openxmlformats.org/officeDocument/2006/relationships/notesMaster" Target="/ppt/notesMasters/notesMaster1.xml" Id="Rc3b0cb2741aa4cb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0bf405adde14ab3" /><Relationship Type="http://schemas.openxmlformats.org/officeDocument/2006/relationships/notesMaster" Target="/ppt/notesMasters/notesMaster1.xml" Id="R0e340bce84584f5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98f03ed8e8844f0" /><Relationship Type="http://schemas.openxmlformats.org/officeDocument/2006/relationships/notesMaster" Target="/ppt/notesMasters/notesMaster1.xml" Id="Rb817506d40974c8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1f7ad1b1877447f" /><Relationship Type="http://schemas.openxmlformats.org/officeDocument/2006/relationships/notesMaster" Target="/ppt/notesMasters/notesMaster1.xml" Id="R2a3f65795b27440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89c7e93191d4c64" /><Relationship Type="http://schemas.openxmlformats.org/officeDocument/2006/relationships/notesMaster" Target="/ppt/notesMasters/notesMaster1.xml" Id="R2fdda49e8ab4493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29214e8d1664bc0" /><Relationship Type="http://schemas.openxmlformats.org/officeDocument/2006/relationships/notesMaster" Target="/ppt/notesMasters/notesMaster1.xml" Id="R466b87b14df54c0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fddbb7c6b524831" /><Relationship Type="http://schemas.openxmlformats.org/officeDocument/2006/relationships/notesMaster" Target="/ppt/notesMasters/notesMaster1.xml" Id="R6b5191347a0548f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b503fd6cf734308" /><Relationship Type="http://schemas.openxmlformats.org/officeDocument/2006/relationships/notesMaster" Target="/ppt/notesMasters/notesMaster1.xml" Id="R4a8613abdadc4ca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6541ab296c64d3b" /><Relationship Type="http://schemas.openxmlformats.org/officeDocument/2006/relationships/notesMaster" Target="/ppt/notesMasters/notesMaster1.xml" Id="R926c7f8e261a4d3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359552f69dc4f24" /><Relationship Type="http://schemas.openxmlformats.org/officeDocument/2006/relationships/notesMaster" Target="/ppt/notesMasters/notesMaster1.xml" Id="Rfc9233af313c445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0ea49583d1744a4" /><Relationship Type="http://schemas.openxmlformats.org/officeDocument/2006/relationships/notesMaster" Target="/ppt/notesMasters/notesMaster1.xml" Id="Rb740b983e9214e5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6776b7f1454464a" /><Relationship Type="http://schemas.openxmlformats.org/officeDocument/2006/relationships/notesMaster" Target="/ppt/notesMasters/notesMaster1.xml" Id="R94696d474b08416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ab4c5755ba84de4" /><Relationship Type="http://schemas.openxmlformats.org/officeDocument/2006/relationships/notesMaster" Target="/ppt/notesMasters/notesMaster1.xml" Id="Rf8a10150ae0f4c1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49dec1c963b4e96" /><Relationship Type="http://schemas.openxmlformats.org/officeDocument/2006/relationships/notesMaster" Target="/ppt/notesMasters/notesMaster1.xml" Id="R1bc5049ba88c44b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7981044d649425f" /><Relationship Type="http://schemas.openxmlformats.org/officeDocument/2006/relationships/notesMaster" Target="/ppt/notesMasters/notesMaster1.xml" Id="Rbb90f2a3c78b4b2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dbcc99aa19b447f" /><Relationship Type="http://schemas.openxmlformats.org/officeDocument/2006/relationships/notesMaster" Target="/ppt/notesMasters/notesMaster1.xml" Id="R08d20f841a614ef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270c00131144a9b" /><Relationship Type="http://schemas.openxmlformats.org/officeDocument/2006/relationships/notesMaster" Target="/ppt/notesMasters/notesMaster1.xml" Id="Rd8d14d6c015e452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4998673c33b4c85" /><Relationship Type="http://schemas.openxmlformats.org/officeDocument/2006/relationships/notesMaster" Target="/ppt/notesMasters/notesMaster1.xml" Id="Ra39e79dcfe4b401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00581bee85a4e7c" /><Relationship Type="http://schemas.openxmlformats.org/officeDocument/2006/relationships/notesMaster" Target="/ppt/notesMasters/notesMaster1.xml" Id="R65fbcb5a48ad4371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d644a42aaba4ef9" /><Relationship Type="http://schemas.openxmlformats.org/officeDocument/2006/relationships/notesMaster" Target="/ppt/notesMasters/notesMaster1.xml" Id="R6099e144ea4c4c3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e743130d0b34a56" /><Relationship Type="http://schemas.openxmlformats.org/officeDocument/2006/relationships/notesMaster" Target="/ppt/notesMasters/notesMaster1.xml" Id="R536b9694f7b842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Welcome participants and frame the workshop as one common conceptual foundation followed by an open investigation.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curve number is an interpreted engineering parameter. Use this claim to connect the theory, spatial evidence, and event evidence developed throughout the workshop.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complementary expertise represented by the instructors and the expectation that facilitators will circulate during the investigation period.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objectives progress from model interpretation to spatial analysis and then to a participant-owned scientific claim.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the two breaks and the full ninety-minute investigation interval. The slide deck is used intensively only during the first hour and for the final synthesis.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from orientation to a concise conceptual treatment of the model. Keep examples analytical and reserve implementation for the investigations.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Develop the relation in the order shown: rainfall, initial abstraction, potential retention, and direct runoff. Emphasize the piecewise threshold.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numerical example to distinguish a modeled direct-runoff threshold from a statement that no water moves in the watershed.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curve number is incomplete without its initial-abstraction convention. Changing lambda changes the corresponding curve-number scale.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- https://doi.org/10.1061/40685(2003)308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Table-derived and event-derived curve numbers are separate evidence pathways and should not be treated as interchangeable observations.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- https://waterdata.usgs.gov/nwis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Averaging runoff after subarea calculations is not equivalent to averaging CN or retention first because the runoff relation is nonlinear and piecewise.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storm depth to the divergence among compositing conventions near abstraction thresholds.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transition checkpoint. Ask participants which of the six items is most often omitted in practice.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Earth Engine Code Editor and the workshop script. The objective is conceptual fluency with the environment, not mastery of its full API.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https://code.earthengine.google.com/</a:t>
            </a:r>
            <a:endParaRPr/>
          </a:p>
          <a:p xmlns:a="http://schemas.openxmlformats.org/drawingml/2006/main">
            <a:r>
              <a:t>- https://developers.google.com/earth-engine/tutorials/tutorials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deferred execution: local statements construct a request graph, the service evaluates it, and only compact summaries should be retrieved.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https://developers.google.com/earth-engine/tutorials/tutorials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each operation before running it. Explain the Image, FeatureCollection, filter, clip, reducer, and getInfo roles as they appear.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https://github.com/skp703/cn-workshop-2026</a:t>
            </a:r>
            <a:endParaRPr/>
          </a:p>
          <a:p xmlns:a="http://schemas.openxmlformats.org/drawingml/2006/main">
            <a:r>
              <a:t>- https://code.earthengine.google.com/</a:t>
            </a:r>
            <a:endParaRPr/>
          </a:p>
          <a:p xmlns:a="http://schemas.openxmlformats.org/drawingml/2006/main">
            <a:r>
              <a:t>- https://developers.google.com/earth-engine/tutorials/tutorials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that categorical class area and fractional imperviousness answer related but different questions and should be reported separately.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https://www.usgs.gov/centers/eros/science/about-annual-nlcd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room open for questions while participants explore. Those who prefer to pause can proceed directly to the notebook menu after the break.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https://github.com/skp703/RSTC_Workshop/tree/main/GEE#tutorials-from-the-web</a:t>
            </a:r>
            <a:endParaRPr/>
          </a:p>
          <a:p xmlns:a="http://schemas.openxmlformats.org/drawingml/2006/main">
            <a:r>
              <a:t>- https://developers.google.com/earth-engine/tutorials/tutorials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all four investigations without assigning everyone the same sequence. Encourage pairs or small groups with shared interests.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Investigation 1 is computational and does not require Earth Engine. Investigation 2 supports either the reference watershed or a participant-selected CONUS watershed. Exact files: 01_CN_Equation_and_Runoff_Response.ipynb and 02_Spatial_CN_for_a_Watershed.ipynb.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Investigation 3 emphasizes controlled spatial comparison. Investigation 4 emphasizes empirical inference and event-record limitations. Exact files: 03_Land_Cover_Change_and_Design_Runoff.ipynb and 04_Event_CN_and_Antecedent_State.ipynb.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- https://waterdata.usgs.gov/nwis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participants to copy the six headings into their notes before beginning. The notebooks include the same structure near the end.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Announce checkpoints at approximately 15, 55, and 75 minutes. Use questions to help groups narrow scope while retaining analytical ownership.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Limit each group to a concise question–evidence–uncertainty report. Reserve the final minutes for cross-group synthesis and anonymous feedback.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https://docs.google.com/forms/d/e/1FAIpQLSeavvSSEWlNcENVxCJZW9g22rztcJpi2Cd6ba6smZ9JX9toSA/viewform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appendix slides when a methodological question arises or when a group needs a compact reference.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 response is heterogeneous; fitted CN is an inference from the event cloud rather than a directly observed watershed constant.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https://waterdata.usgs.gov/nwis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event preparation, equation inversion, named fitting response, and adequacy checks.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- https://waterdata.usgs.gov/nwis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Delineation begins with an identified outlet. Compare the gage and coordinate routes and retain snap and source metadata.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https://api.water.usgs.gov/docs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library exposes outlet resolution, network navigation, record construction, and fallback provenance as inspectable operations.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https://api.water.usgs.gov/docs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successful web request is not equivalent to a verified watershed. Inspect the outlet, area, extent, geometry, provenance, and map context.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https://api.water.usgs.gov/docs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Earth Engine supports a selected-watershed analysis. The reference analysis remains a versioned pathway for the same concepts and calculations.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https://developers.google.com/earth-engine/tutorials/tutorials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Basin object binds geometry, project, scale, pixel policy, cache, and the method record.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https://github.com/skp703/cn-workshop-2026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HSG is an interpreted hydrologic class. State the source, dual-group treatment, drainage convention, scale, and mapped fraction.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- https://www.nrcs.usda.gov/sites/default/files/2025-01/NCSS-raster-soil-data-products.pdf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gNATSGO geometry provides map-unit keys; Soil Data Access supplies the interpretation joined back to the raster.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https://www.nrcs.usda.gov/sites/default/files/2025-01/NCSS-raster-soil-data-products.pdf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soil source and spatial coverage as reportable evidence rather than implementation details.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https://www.nrcs.usda.gov/sites/default/files/2025-01/NCSS-raster-soil-data-products.pdf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distinction is spatial association. A joint distribution retains co-location; crossed marginals assume independent pairing.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https://www.usgs.gov/centers/eros/science/about-annual-nlcd</a:t>
            </a:r>
            <a:endParaRPr/>
          </a:p>
          <a:p xmlns:a="http://schemas.openxmlformats.org/drawingml/2006/main">
            <a:r>
              <a:t>- https://www.nrcs.usda.gov/sites/default/files/2025-01/NCSS-raster-soil-data-products.pdf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controlled comparison holds raster marginals fixed and isolates the effect of independent pairing.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library assigns the adopted table value; the analyst establishes the crosswalk, hydrologic condition, and treatment of unresolved pairs.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Area-weighted CN and area-weighted retention are valid but different lumped representations. Distributed runoff is a third spatial model.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design response is the end of a documented chain from boundary and spatial inputs through lookup, aggregation, storm selection, and equation.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defensible temporal comparison changes one input while holding boundary, soil, lookup, condition, scale, and aggregation controls fixed.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https://www.usgs.gov/centers/eros/science/about-annual-nlcd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Interpret the measured land-cover signal relative to the hydrologic-condition band and spatial coverage.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https://www.usgs.gov/centers/eros/science/about-annual-nlcd</a:t>
            </a:r>
            <a:endParaRPr/>
          </a:p>
          <a:p xmlns:a="http://schemas.openxmlformats.org/drawingml/2006/main">
            <a:r>
              <a:t>- https://www.nrcs.usda.gov/sites/default/files/2025-01/NCSS-raster-soil-data-products.pdf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direction and strength of disagreement vary by watershed; these records do not support a universal correction.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https://doi.org/10.1061/(ASCE)0733-9437(1993)119:2(334)</a:t>
            </a:r>
            <a:endParaRPr/>
          </a:p>
          <a:p xmlns:a="http://schemas.openxmlformats.org/drawingml/2006/main">
            <a:r>
              <a:t>- https://waterdata.usgs.gov/nwis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Rainfall-history classes and observed root-zone wetness may be compared, but they should not be relabeled as equivalent measures.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https://directives.nrcs.usda.gov/sites/default/files2/1712930608/7300.pdf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Observed wetness stratifies event response and supports a reproducible continuous descriptor of antecedent state.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https://waterdata.usgs.gov/nwis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example to show how parameter, spatial basis, design response, and uncertainty record remain connected in a scientific claim.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participant portal and point out the GEE script, notebook launch links, participant guide, source repository, and feedback form.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- https://developers.google.com/earth-engine/tutorials/tutorials</a:t>
            </a:r>
            <a:endParaRPr/>
          </a:p>
          <a:p xmlns:a="http://schemas.openxmlformats.org/drawingml/2006/main">
            <a:r>
              <a:t>- https://github.com/skp703/RSTC_Workshop/tree/main/GEE#tutorials-from-the-web</a:t>
            </a:r>
            <a:endParaRPr/>
          </a:p>
          <a:p xmlns:a="http://schemas.openxmlformats.org/drawingml/2006/main">
            <a:r>
              <a:t>- https://docs.google.com/forms/d/e/1FAIpQLSeavvSSEWlNcENVxCJZW9g22rztcJpi2Cd6ba6smZ9JX9toSA/viewform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workshop claim and allow participants time to submit the feedback form before leaving.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https://docs.google.com/forms/d/e/1FAIpQLSeavvSSEWlNcENVxCJZW9g22rztcJpi2Cd6ba6smZ9JX9toSA/viewform</a:t>
            </a:r>
            <a:endParaRPr/>
          </a:p>
          <a:p xmlns:a="http://schemas.openxmlformats.org/drawingml/2006/main">
            <a:r>
              <a:t>- https://skp703.github.io/cn-workshop-2026/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ff8fb01350450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cca9edc9ab421f" /><Relationship Type="http://schemas.openxmlformats.org/officeDocument/2006/relationships/slideLayout" Target="/ppt/slideLayouts/slideLayout1.xml" Id="R7d9f17401d6b4a0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9f17401d6b4a0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3d05296eb4aaf" /><Relationship Type="http://schemas.openxmlformats.org/officeDocument/2006/relationships/notesSlide" Target="/ppt/notesSlides/notesSlide1.xml" Id="Rc33065892f9d42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856e883924731" /><Relationship Type="http://schemas.openxmlformats.org/officeDocument/2006/relationships/notesSlide" Target="/ppt/notesSlides/notesSlide2.xml" Id="R5163fdbaf64348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be0cb09eb4a1a" /><Relationship Type="http://schemas.openxmlformats.org/officeDocument/2006/relationships/notesSlide" Target="/ppt/notesSlides/notesSlide3.xml" Id="R59c7818c5ea94b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b33e852224644" /><Relationship Type="http://schemas.openxmlformats.org/officeDocument/2006/relationships/notesSlide" Target="/ppt/notesSlides/notesSlide4.xml" Id="R05c3c012e7e940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1fdcf09ff43b9" /><Relationship Type="http://schemas.openxmlformats.org/officeDocument/2006/relationships/notesSlide" Target="/ppt/notesSlides/notesSlide5.xml" Id="R3bba7c9d70aa43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9a6480d3f46ee" /><Relationship Type="http://schemas.openxmlformats.org/officeDocument/2006/relationships/notesSlide" Target="/ppt/notesSlides/notesSlide6.xml" Id="R670404fd4d2045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e3d1ccbb84621" /><Relationship Type="http://schemas.openxmlformats.org/officeDocument/2006/relationships/notesSlide" Target="/ppt/notesSlides/notesSlide7.xml" Id="R9c6e8cda384844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e2f77a8244c66" /><Relationship Type="http://schemas.openxmlformats.org/officeDocument/2006/relationships/notesSlide" Target="/ppt/notesSlides/notesSlide8.xml" Id="R9c41be00f4564b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4ecae34ff44e9" /><Relationship Type="http://schemas.openxmlformats.org/officeDocument/2006/relationships/notesSlide" Target="/ppt/notesSlides/notesSlide9.xml" Id="R03fce28ad4494b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20fb66b8044de" /><Relationship Type="http://schemas.openxmlformats.org/officeDocument/2006/relationships/notesSlide" Target="/ppt/notesSlides/notesSlide10.xml" Id="R21f10372c0fd42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ae2ec1c464f37" /><Relationship Type="http://schemas.openxmlformats.org/officeDocument/2006/relationships/notesSlide" Target="/ppt/notesSlides/notesSlide11.xml" Id="R6d3c392c02ad47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3988112cf46ee" /><Relationship Type="http://schemas.openxmlformats.org/officeDocument/2006/relationships/notesSlide" Target="/ppt/notesSlides/notesSlide12.xml" Id="Rcc82e06aee7a450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b263922904117" /><Relationship Type="http://schemas.openxmlformats.org/officeDocument/2006/relationships/notesSlide" Target="/ppt/notesSlides/notesSlide13.xml" Id="R92686978b3a04d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8588e2e6344d5" /><Relationship Type="http://schemas.openxmlformats.org/officeDocument/2006/relationships/notesSlide" Target="/ppt/notesSlides/notesSlide14.xml" Id="Rd3b4dd06a3294f0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697a053a14f70" /><Relationship Type="http://schemas.openxmlformats.org/officeDocument/2006/relationships/notesSlide" Target="/ppt/notesSlides/notesSlide15.xml" Id="R475130cbef2f48b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ccd8623e24125" /><Relationship Type="http://schemas.openxmlformats.org/officeDocument/2006/relationships/notesSlide" Target="/ppt/notesSlides/notesSlide16.xml" Id="R8de92afb1d5d411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18f2c4e624d1f" /><Relationship Type="http://schemas.openxmlformats.org/officeDocument/2006/relationships/notesSlide" Target="/ppt/notesSlides/notesSlide17.xml" Id="Rcdb595d8685f497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ced793b4c4b6b" /><Relationship Type="http://schemas.openxmlformats.org/officeDocument/2006/relationships/notesSlide" Target="/ppt/notesSlides/notesSlide18.xml" Id="R5b4524f9598c424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f79d2a35c4467" /><Relationship Type="http://schemas.openxmlformats.org/officeDocument/2006/relationships/notesSlide" Target="/ppt/notesSlides/notesSlide19.xml" Id="Ra88bd63a6bba44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cf09a3f284d40" /><Relationship Type="http://schemas.openxmlformats.org/officeDocument/2006/relationships/notesSlide" Target="/ppt/notesSlides/notesSlide20.xml" Id="R354179a57cf24d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b43de9de74008" /><Relationship Type="http://schemas.openxmlformats.org/officeDocument/2006/relationships/notesSlide" Target="/ppt/notesSlides/notesSlide21.xml" Id="R9c468ce86b644dd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0d8555118429f" /><Relationship Type="http://schemas.openxmlformats.org/officeDocument/2006/relationships/notesSlide" Target="/ppt/notesSlides/notesSlide22.xml" Id="R146e485d5fe94c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f471795614813" /><Relationship Type="http://schemas.openxmlformats.org/officeDocument/2006/relationships/notesSlide" Target="/ppt/notesSlides/notesSlide23.xml" Id="Rf48966ecb39d43a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10f0f372b40b1" /><Relationship Type="http://schemas.openxmlformats.org/officeDocument/2006/relationships/notesSlide" Target="/ppt/notesSlides/notesSlide24.xml" Id="Raf99137dd1bd4bf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55e05b395480b" /><Relationship Type="http://schemas.openxmlformats.org/officeDocument/2006/relationships/notesSlide" Target="/ppt/notesSlides/notesSlide25.xml" Id="R133c49d35f1b48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87d42f8c94b07" /><Relationship Type="http://schemas.openxmlformats.org/officeDocument/2006/relationships/chart" Target="/ppt/slides/charts/chart1.xml" Id="Rc8dcb89c761a4596" /><Relationship Type="http://schemas.openxmlformats.org/officeDocument/2006/relationships/notesSlide" Target="/ppt/notesSlides/notesSlide26.xml" Id="R5b90ff2ddc374e3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c8770e8d54f39" /><Relationship Type="http://schemas.openxmlformats.org/officeDocument/2006/relationships/notesSlide" Target="/ppt/notesSlides/notesSlide27.xml" Id="Rd7a2627cedf34ad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663e858824c05" /><Relationship Type="http://schemas.openxmlformats.org/officeDocument/2006/relationships/notesSlide" Target="/ppt/notesSlides/notesSlide28.xml" Id="R981d32101152456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ce7111ea24352" /><Relationship Type="http://schemas.openxmlformats.org/officeDocument/2006/relationships/notesSlide" Target="/ppt/notesSlides/notesSlide29.xml" Id="R17dfbc369136424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7771d97e94187" /><Relationship Type="http://schemas.openxmlformats.org/officeDocument/2006/relationships/notesSlide" Target="/ppt/notesSlides/notesSlide30.xml" Id="Rad0ab3635e27471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7a4ce93004dec" /><Relationship Type="http://schemas.openxmlformats.org/officeDocument/2006/relationships/notesSlide" Target="/ppt/notesSlides/notesSlide31.xml" Id="Rbd6b3d0cb43146d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da70a59ca4a0e" /><Relationship Type="http://schemas.openxmlformats.org/officeDocument/2006/relationships/notesSlide" Target="/ppt/notesSlides/notesSlide32.xml" Id="Re311040e20b1489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cf710fdb04b6a" /><Relationship Type="http://schemas.openxmlformats.org/officeDocument/2006/relationships/notesSlide" Target="/ppt/notesSlides/notesSlide33.xml" Id="R1a20aa2375dd475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79c237a49469a" /><Relationship Type="http://schemas.openxmlformats.org/officeDocument/2006/relationships/notesSlide" Target="/ppt/notesSlides/notesSlide34.xml" Id="R63189d3479da46b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4611dfd6c47e7" /><Relationship Type="http://schemas.openxmlformats.org/officeDocument/2006/relationships/notesSlide" Target="/ppt/notesSlides/notesSlide35.xml" Id="Rcd710d03c2ca479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0e51272c244d5" /><Relationship Type="http://schemas.openxmlformats.org/officeDocument/2006/relationships/notesSlide" Target="/ppt/notesSlides/notesSlide36.xml" Id="R4fc5f9d6ff6a4e3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3379399294d58" /><Relationship Type="http://schemas.openxmlformats.org/officeDocument/2006/relationships/notesSlide" Target="/ppt/notesSlides/notesSlide37.xml" Id="R24be9685f892498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07eddb5154f4e" /><Relationship Type="http://schemas.openxmlformats.org/officeDocument/2006/relationships/notesSlide" Target="/ppt/notesSlides/notesSlide38.xml" Id="R5041ba185a364ae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d28faee4e4c47" /><Relationship Type="http://schemas.openxmlformats.org/officeDocument/2006/relationships/notesSlide" Target="/ppt/notesSlides/notesSlide39.xml" Id="Ra89a06e5c1bc45b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515baafba4cb4" /><Relationship Type="http://schemas.openxmlformats.org/officeDocument/2006/relationships/notesSlide" Target="/ppt/notesSlides/notesSlide40.xml" Id="Rbd8f0f8820414c5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b978b762f42cd" /><Relationship Type="http://schemas.openxmlformats.org/officeDocument/2006/relationships/notesSlide" Target="/ppt/notesSlides/notesSlide41.xml" Id="R1c903b80036a466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92ab71de84445" /><Relationship Type="http://schemas.openxmlformats.org/officeDocument/2006/relationships/chart" Target="/ppt/slides/charts/chart2.xml" Id="R3facc471029e49bb" /><Relationship Type="http://schemas.openxmlformats.org/officeDocument/2006/relationships/notesSlide" Target="/ppt/notesSlides/notesSlide42.xml" Id="R1f8ad2783a55449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260d4e8854ca4" /><Relationship Type="http://schemas.openxmlformats.org/officeDocument/2006/relationships/notesSlide" Target="/ppt/notesSlides/notesSlide43.xml" Id="R4043ff648e8c4b2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2ce3314914d31" /><Relationship Type="http://schemas.openxmlformats.org/officeDocument/2006/relationships/notesSlide" Target="/ppt/notesSlides/notesSlide44.xml" Id="R5c5424d21eac4612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9be53b9394286" /><Relationship Type="http://schemas.openxmlformats.org/officeDocument/2006/relationships/notesSlide" Target="/ppt/notesSlides/notesSlide45.xml" Id="Red8d0ae8af1d41d9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3c50714c4440c" /><Relationship Type="http://schemas.openxmlformats.org/officeDocument/2006/relationships/notesSlide" Target="/ppt/notesSlides/notesSlide46.xml" Id="R95f5c8759b73414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62e4d5aa042fd" /><Relationship Type="http://schemas.openxmlformats.org/officeDocument/2006/relationships/notesSlide" Target="/ppt/notesSlides/notesSlide47.xml" Id="R701781501490472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15bb2a731407f" /><Relationship Type="http://schemas.openxmlformats.org/officeDocument/2006/relationships/notesSlide" Target="/ppt/notesSlides/notesSlide48.xml" Id="R4c1614e960674a0e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Observed storms</c:v>
          </c:tx>
          <c:spPr>
            <a:solidFill xmlns:a="http://schemas.openxmlformats.org/drawingml/2006/main">
              <a:srgbClr val="0B7898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3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570"/>
              <c:pt idx="0">
                <c:v>1.48</c:v>
              </c:pt>
              <c:pt idx="1">
                <c:v>1.68</c:v>
              </c:pt>
              <c:pt idx="2">
                <c:v>1.79</c:v>
              </c:pt>
              <c:pt idx="3">
                <c:v>1.3000000000000003</c:v>
              </c:pt>
              <c:pt idx="4">
                <c:v>1.63</c:v>
              </c:pt>
              <c:pt idx="5">
                <c:v>2.59</c:v>
              </c:pt>
              <c:pt idx="6">
                <c:v>1.19</c:v>
              </c:pt>
              <c:pt idx="7">
                <c:v>3.379999999999999</c:v>
              </c:pt>
              <c:pt idx="8">
                <c:v>2.4400000000000004</c:v>
              </c:pt>
              <c:pt idx="9">
                <c:v>2.79</c:v>
              </c:pt>
              <c:pt idx="10">
                <c:v>1.5300000000000002</c:v>
              </c:pt>
              <c:pt idx="11">
                <c:v>1.08</c:v>
              </c:pt>
              <c:pt idx="12">
                <c:v>1.14</c:v>
              </c:pt>
              <c:pt idx="13">
                <c:v>3.8299999999999996</c:v>
              </c:pt>
              <c:pt idx="14">
                <c:v>2.27</c:v>
              </c:pt>
              <c:pt idx="15">
                <c:v>1</c:v>
              </c:pt>
              <c:pt idx="16">
                <c:v>1.2999999999999996</c:v>
              </c:pt>
              <c:pt idx="17">
                <c:v>1.1300000000000001</c:v>
              </c:pt>
              <c:pt idx="18">
                <c:v>1.1400000000000001</c:v>
              </c:pt>
              <c:pt idx="19">
                <c:v>1.03</c:v>
              </c:pt>
              <c:pt idx="20">
                <c:v>1.5100000000000002</c:v>
              </c:pt>
              <c:pt idx="21">
                <c:v>2.1999999999999997</c:v>
              </c:pt>
              <c:pt idx="22">
                <c:v>1.0999999999999999</c:v>
              </c:pt>
              <c:pt idx="23">
                <c:v>1.04</c:v>
              </c:pt>
              <c:pt idx="24">
                <c:v>1.6900000000000004</c:v>
              </c:pt>
              <c:pt idx="25">
                <c:v>1.5199999999999998</c:v>
              </c:pt>
              <c:pt idx="26">
                <c:v>1.76</c:v>
              </c:pt>
              <c:pt idx="27">
                <c:v>1.3</c:v>
              </c:pt>
              <c:pt idx="28">
                <c:v>1.4000000000000001</c:v>
              </c:pt>
              <c:pt idx="29">
                <c:v>2.33</c:v>
              </c:pt>
              <c:pt idx="30">
                <c:v>1.13</c:v>
              </c:pt>
              <c:pt idx="31">
                <c:v>1.1700000000000002</c:v>
              </c:pt>
              <c:pt idx="32">
                <c:v>1.41</c:v>
              </c:pt>
              <c:pt idx="33">
                <c:v>1.56</c:v>
              </c:pt>
              <c:pt idx="34">
                <c:v>2.5400000000000005</c:v>
              </c:pt>
              <c:pt idx="35">
                <c:v>1.5200000000000002</c:v>
              </c:pt>
              <c:pt idx="36">
                <c:v>1.41</c:v>
              </c:pt>
              <c:pt idx="37">
                <c:v>4.21</c:v>
              </c:pt>
              <c:pt idx="38">
                <c:v>1.2300000000000002</c:v>
              </c:pt>
              <c:pt idx="39">
                <c:v>1.98</c:v>
              </c:pt>
              <c:pt idx="40">
                <c:v>1.7300000000000002</c:v>
              </c:pt>
              <c:pt idx="41">
                <c:v>2.17</c:v>
              </c:pt>
              <c:pt idx="42">
                <c:v>1.3100000000000005</c:v>
              </c:pt>
              <c:pt idx="43">
                <c:v>1.96</c:v>
              </c:pt>
              <c:pt idx="44">
                <c:v>1.7699999999999998</c:v>
              </c:pt>
              <c:pt idx="45">
                <c:v>2.84</c:v>
              </c:pt>
              <c:pt idx="46">
                <c:v>1.51</c:v>
              </c:pt>
              <c:pt idx="47">
                <c:v>1.01</c:v>
              </c:pt>
              <c:pt idx="48">
                <c:v>2.4</c:v>
              </c:pt>
              <c:pt idx="49">
                <c:v>1.9800000000000002</c:v>
              </c:pt>
              <c:pt idx="50">
                <c:v>1.05</c:v>
              </c:pt>
              <c:pt idx="51">
                <c:v>2.25</c:v>
              </c:pt>
              <c:pt idx="52">
                <c:v>1.13</c:v>
              </c:pt>
              <c:pt idx="53">
                <c:v>1.49</c:v>
              </c:pt>
              <c:pt idx="54">
                <c:v>1.07</c:v>
              </c:pt>
              <c:pt idx="55">
                <c:v>1.2</c:v>
              </c:pt>
              <c:pt idx="56">
                <c:v>4.21</c:v>
              </c:pt>
              <c:pt idx="57">
                <c:v>1.1300000000000001</c:v>
              </c:pt>
              <c:pt idx="58">
                <c:v>1.57</c:v>
              </c:pt>
              <c:pt idx="59">
                <c:v>4.59</c:v>
              </c:pt>
              <c:pt idx="60">
                <c:v>2.28</c:v>
              </c:pt>
              <c:pt idx="61">
                <c:v>1.13</c:v>
              </c:pt>
              <c:pt idx="62">
                <c:v>2.06</c:v>
              </c:pt>
              <c:pt idx="63">
                <c:v>1.7300000000000004</c:v>
              </c:pt>
              <c:pt idx="64">
                <c:v>2.1399999999999997</c:v>
              </c:pt>
              <c:pt idx="65">
                <c:v>1.17</c:v>
              </c:pt>
              <c:pt idx="66">
                <c:v>3.369999999999999</c:v>
              </c:pt>
              <c:pt idx="67">
                <c:v>1.1700000000000002</c:v>
              </c:pt>
              <c:pt idx="68">
                <c:v>1.4800000000000002</c:v>
              </c:pt>
              <c:pt idx="69">
                <c:v>1.11</c:v>
              </c:pt>
              <c:pt idx="70">
                <c:v>1.1699999999999997</c:v>
              </c:pt>
              <c:pt idx="71">
                <c:v>1.04</c:v>
              </c:pt>
              <c:pt idx="72">
                <c:v>3.3000000000000003</c:v>
              </c:pt>
              <c:pt idx="73">
                <c:v>3.0099999999999993</c:v>
              </c:pt>
              <c:pt idx="74">
                <c:v>1.0899999999999999</c:v>
              </c:pt>
              <c:pt idx="75">
                <c:v>1.38</c:v>
              </c:pt>
              <c:pt idx="76">
                <c:v>1.6400000000000001</c:v>
              </c:pt>
              <c:pt idx="77">
                <c:v>1.05</c:v>
              </c:pt>
              <c:pt idx="78">
                <c:v>1.0799999999999998</c:v>
              </c:pt>
              <c:pt idx="79">
                <c:v>1.33</c:v>
              </c:pt>
              <c:pt idx="80">
                <c:v>1.15</c:v>
              </c:pt>
              <c:pt idx="81">
                <c:v>1.02</c:v>
              </c:pt>
              <c:pt idx="82">
                <c:v>1.48</c:v>
              </c:pt>
              <c:pt idx="83">
                <c:v>1.13</c:v>
              </c:pt>
              <c:pt idx="84">
                <c:v>2.04</c:v>
              </c:pt>
              <c:pt idx="85">
                <c:v>2.81</c:v>
              </c:pt>
              <c:pt idx="86">
                <c:v>2.12</c:v>
              </c:pt>
              <c:pt idx="87">
                <c:v>1.28</c:v>
              </c:pt>
              <c:pt idx="88">
                <c:v>1.5799999999999998</c:v>
              </c:pt>
              <c:pt idx="89">
                <c:v>1.4099999999999997</c:v>
              </c:pt>
              <c:pt idx="90">
                <c:v>1.62</c:v>
              </c:pt>
              <c:pt idx="91">
                <c:v>2.17</c:v>
              </c:pt>
              <c:pt idx="92">
                <c:v>1.3699999999999999</c:v>
              </c:pt>
              <c:pt idx="93">
                <c:v>1.01</c:v>
              </c:pt>
              <c:pt idx="94">
                <c:v>1.24</c:v>
              </c:pt>
              <c:pt idx="95">
                <c:v>2.410000000000001</c:v>
              </c:pt>
              <c:pt idx="96">
                <c:v>1.3300000000000003</c:v>
              </c:pt>
              <c:pt idx="97">
                <c:v>1</c:v>
              </c:pt>
              <c:pt idx="98">
                <c:v>1.1299999999999997</c:v>
              </c:pt>
              <c:pt idx="99">
                <c:v>4.04</c:v>
              </c:pt>
              <c:pt idx="100">
                <c:v>1.4699999999999998</c:v>
              </c:pt>
              <c:pt idx="101">
                <c:v>1.3199999999999998</c:v>
              </c:pt>
              <c:pt idx="102">
                <c:v>2.1300000000000003</c:v>
              </c:pt>
              <c:pt idx="103">
                <c:v>1.04</c:v>
              </c:pt>
              <c:pt idx="104">
                <c:v>2.41</c:v>
              </c:pt>
              <c:pt idx="105">
                <c:v>1.9100000000000004</c:v>
              </c:pt>
              <c:pt idx="106">
                <c:v>2.3000000000000003</c:v>
              </c:pt>
              <c:pt idx="107">
                <c:v>4.6899999999999995</c:v>
              </c:pt>
              <c:pt idx="108">
                <c:v>1.1800000000000002</c:v>
              </c:pt>
              <c:pt idx="109">
                <c:v>1.6800000000000002</c:v>
              </c:pt>
              <c:pt idx="110">
                <c:v>2.9299999999999993</c:v>
              </c:pt>
              <c:pt idx="111">
                <c:v>2.64</c:v>
              </c:pt>
              <c:pt idx="112">
                <c:v>1.6500000000000001</c:v>
              </c:pt>
              <c:pt idx="113">
                <c:v>1.5499999999999998</c:v>
              </c:pt>
              <c:pt idx="114">
                <c:v>2.06</c:v>
              </c:pt>
              <c:pt idx="115">
                <c:v>1.15</c:v>
              </c:pt>
              <c:pt idx="116">
                <c:v>2.55</c:v>
              </c:pt>
              <c:pt idx="117">
                <c:v>1.0899999999999999</c:v>
              </c:pt>
              <c:pt idx="118">
                <c:v>2.24</c:v>
              </c:pt>
              <c:pt idx="119">
                <c:v>1.4300000000000002</c:v>
              </c:pt>
              <c:pt idx="120">
                <c:v>2.08</c:v>
              </c:pt>
              <c:pt idx="121">
                <c:v>1.9699999999999995</c:v>
              </c:pt>
              <c:pt idx="122">
                <c:v>1.3399999999999999</c:v>
              </c:pt>
              <c:pt idx="123">
                <c:v>1.5499999999999998</c:v>
              </c:pt>
              <c:pt idx="124">
                <c:v>3.5000000000000004</c:v>
              </c:pt>
              <c:pt idx="125">
                <c:v>1.1</c:v>
              </c:pt>
              <c:pt idx="126">
                <c:v>1.8100000000000003</c:v>
              </c:pt>
              <c:pt idx="127">
                <c:v>2.17</c:v>
              </c:pt>
              <c:pt idx="128">
                <c:v>2.8600000000000008</c:v>
              </c:pt>
              <c:pt idx="129">
                <c:v>1.6200000000000006</c:v>
              </c:pt>
              <c:pt idx="130">
                <c:v>1.5999999999999999</c:v>
              </c:pt>
              <c:pt idx="131">
                <c:v>1.53</c:v>
              </c:pt>
              <c:pt idx="132">
                <c:v>3.6099999999999994</c:v>
              </c:pt>
              <c:pt idx="133">
                <c:v>1.08</c:v>
              </c:pt>
              <c:pt idx="134">
                <c:v>1.22</c:v>
              </c:pt>
              <c:pt idx="135">
                <c:v>4.069999999999999</c:v>
              </c:pt>
              <c:pt idx="136">
                <c:v>2.7800000000000002</c:v>
              </c:pt>
              <c:pt idx="137">
                <c:v>1.15</c:v>
              </c:pt>
              <c:pt idx="138">
                <c:v>1.2899999999999998</c:v>
              </c:pt>
              <c:pt idx="139">
                <c:v>1.26</c:v>
              </c:pt>
              <c:pt idx="140">
                <c:v>2.55</c:v>
              </c:pt>
              <c:pt idx="141">
                <c:v>1.36</c:v>
              </c:pt>
              <c:pt idx="142">
                <c:v>1.14</c:v>
              </c:pt>
              <c:pt idx="143">
                <c:v>1</c:v>
              </c:pt>
              <c:pt idx="144">
                <c:v>2.6799999999999997</c:v>
              </c:pt>
              <c:pt idx="145">
                <c:v>4.369999999999999</c:v>
              </c:pt>
              <c:pt idx="146">
                <c:v>3.4</c:v>
              </c:pt>
              <c:pt idx="147">
                <c:v>1.5600000000000003</c:v>
              </c:pt>
              <c:pt idx="148">
                <c:v>1.6199999999999997</c:v>
              </c:pt>
              <c:pt idx="149">
                <c:v>1.29</c:v>
              </c:pt>
              <c:pt idx="150">
                <c:v>1.39</c:v>
              </c:pt>
              <c:pt idx="151">
                <c:v>1.26</c:v>
              </c:pt>
              <c:pt idx="152">
                <c:v>1.8299999999999998</c:v>
              </c:pt>
              <c:pt idx="153">
                <c:v>3.120000000000001</c:v>
              </c:pt>
              <c:pt idx="154">
                <c:v>1.48</c:v>
              </c:pt>
              <c:pt idx="155">
                <c:v>1.5800000000000003</c:v>
              </c:pt>
              <c:pt idx="156">
                <c:v>1.15</c:v>
              </c:pt>
              <c:pt idx="157">
                <c:v>1.5599999999999998</c:v>
              </c:pt>
              <c:pt idx="158">
                <c:v>2.7700000000000005</c:v>
              </c:pt>
              <c:pt idx="159">
                <c:v>1.63</c:v>
              </c:pt>
              <c:pt idx="160">
                <c:v>1.18</c:v>
              </c:pt>
              <c:pt idx="161">
                <c:v>2.5799999999999996</c:v>
              </c:pt>
              <c:pt idx="162">
                <c:v>1.4399999999999995</c:v>
              </c:pt>
              <c:pt idx="163">
                <c:v>1.7999999999999998</c:v>
              </c:pt>
              <c:pt idx="164">
                <c:v>1.2399999999999998</c:v>
              </c:pt>
              <c:pt idx="165">
                <c:v>1.57</c:v>
              </c:pt>
              <c:pt idx="166">
                <c:v>1.9000000000000004</c:v>
              </c:pt>
              <c:pt idx="167">
                <c:v>1.8299999999999996</c:v>
              </c:pt>
              <c:pt idx="168">
                <c:v>3.3600000000000003</c:v>
              </c:pt>
              <c:pt idx="169">
                <c:v>2.51</c:v>
              </c:pt>
              <c:pt idx="170">
                <c:v>1.6500000000000001</c:v>
              </c:pt>
              <c:pt idx="171">
                <c:v>1.33</c:v>
              </c:pt>
              <c:pt idx="172">
                <c:v>2.0200000000000005</c:v>
              </c:pt>
              <c:pt idx="173">
                <c:v>1.4300000000000002</c:v>
              </c:pt>
              <c:pt idx="174">
                <c:v>1.3899999999999997</c:v>
              </c:pt>
              <c:pt idx="175">
                <c:v>1.0699999999999998</c:v>
              </c:pt>
              <c:pt idx="176">
                <c:v>3.7899999999999996</c:v>
              </c:pt>
              <c:pt idx="177">
                <c:v>1.2000000000000002</c:v>
              </c:pt>
              <c:pt idx="178">
                <c:v>1.08</c:v>
              </c:pt>
              <c:pt idx="179">
                <c:v>1.2999999999999998</c:v>
              </c:pt>
              <c:pt idx="180">
                <c:v>1.11</c:v>
              </c:pt>
              <c:pt idx="181">
                <c:v>2.68</c:v>
              </c:pt>
              <c:pt idx="182">
                <c:v>1.12</c:v>
              </c:pt>
              <c:pt idx="183">
                <c:v>1.3899999999999997</c:v>
              </c:pt>
              <c:pt idx="184">
                <c:v>1.2</c:v>
              </c:pt>
              <c:pt idx="185">
                <c:v>1.09</c:v>
              </c:pt>
              <c:pt idx="186">
                <c:v>1.5400000000000003</c:v>
              </c:pt>
              <c:pt idx="187">
                <c:v>2.0799999999999996</c:v>
              </c:pt>
              <c:pt idx="188">
                <c:v>2.1100000000000003</c:v>
              </c:pt>
              <c:pt idx="189">
                <c:v>1.4199999999999997</c:v>
              </c:pt>
              <c:pt idx="190">
                <c:v>1.9300000000000002</c:v>
              </c:pt>
              <c:pt idx="191">
                <c:v>1.01</c:v>
              </c:pt>
              <c:pt idx="192">
                <c:v>1.5300000000000005</c:v>
              </c:pt>
              <c:pt idx="193">
                <c:v>1.54</c:v>
              </c:pt>
              <c:pt idx="194">
                <c:v>2.1200000000000006</c:v>
              </c:pt>
              <c:pt idx="195">
                <c:v>1.2200000000000002</c:v>
              </c:pt>
              <c:pt idx="196">
                <c:v>1.07</c:v>
              </c:pt>
              <c:pt idx="197">
                <c:v>2.0000000000000004</c:v>
              </c:pt>
              <c:pt idx="198">
                <c:v>2.39</c:v>
              </c:pt>
              <c:pt idx="199">
                <c:v>2.79</c:v>
              </c:pt>
              <c:pt idx="200">
                <c:v>2.1399999999999997</c:v>
              </c:pt>
              <c:pt idx="201">
                <c:v>1.7600000000000002</c:v>
              </c:pt>
              <c:pt idx="202">
                <c:v>1.4599999999999997</c:v>
              </c:pt>
              <c:pt idx="203">
                <c:v>1.9400000000000004</c:v>
              </c:pt>
              <c:pt idx="204">
                <c:v>3.0200000000000005</c:v>
              </c:pt>
              <c:pt idx="205">
                <c:v>1.9699999999999998</c:v>
              </c:pt>
              <c:pt idx="206">
                <c:v>1.85</c:v>
              </c:pt>
              <c:pt idx="207">
                <c:v>2.85</c:v>
              </c:pt>
              <c:pt idx="208">
                <c:v>1.6500000000000001</c:v>
              </c:pt>
              <c:pt idx="209">
                <c:v>2.17</c:v>
              </c:pt>
              <c:pt idx="210">
                <c:v>2.5300000000000002</c:v>
              </c:pt>
              <c:pt idx="211">
                <c:v>1.26</c:v>
              </c:pt>
              <c:pt idx="212">
                <c:v>2.18</c:v>
              </c:pt>
              <c:pt idx="213">
                <c:v>2.55</c:v>
              </c:pt>
              <c:pt idx="214">
                <c:v>1.4400000000000002</c:v>
              </c:pt>
              <c:pt idx="215">
                <c:v>2.9000000000000004</c:v>
              </c:pt>
              <c:pt idx="216">
                <c:v>1.82</c:v>
              </c:pt>
              <c:pt idx="217">
                <c:v>1.8399999999999999</c:v>
              </c:pt>
              <c:pt idx="218">
                <c:v>1.5300000000000002</c:v>
              </c:pt>
              <c:pt idx="219">
                <c:v>1.8400000000000003</c:v>
              </c:pt>
              <c:pt idx="220">
                <c:v>1.57</c:v>
              </c:pt>
              <c:pt idx="221">
                <c:v>1.1400000000000001</c:v>
              </c:pt>
              <c:pt idx="222">
                <c:v>1.8899999999999997</c:v>
              </c:pt>
              <c:pt idx="223">
                <c:v>2.079999999999999</c:v>
              </c:pt>
              <c:pt idx="224">
                <c:v>1.7400000000000002</c:v>
              </c:pt>
              <c:pt idx="225">
                <c:v>1.02</c:v>
              </c:pt>
              <c:pt idx="226">
                <c:v>3.4699999999999998</c:v>
              </c:pt>
              <c:pt idx="227">
                <c:v>1.5499999999999998</c:v>
              </c:pt>
              <c:pt idx="228">
                <c:v>1.9100000000000001</c:v>
              </c:pt>
              <c:pt idx="229">
                <c:v>1.9800000000000004</c:v>
              </c:pt>
              <c:pt idx="230">
                <c:v>1.81</c:v>
              </c:pt>
              <c:pt idx="231">
                <c:v>1.35</c:v>
              </c:pt>
              <c:pt idx="232">
                <c:v>2.1</c:v>
              </c:pt>
              <c:pt idx="233">
                <c:v>1.1899999999999997</c:v>
              </c:pt>
              <c:pt idx="234">
                <c:v>1.84</c:v>
              </c:pt>
              <c:pt idx="235">
                <c:v>1.8800000000000003</c:v>
              </c:pt>
              <c:pt idx="236">
                <c:v>2.02</c:v>
              </c:pt>
              <c:pt idx="237">
                <c:v>2.1900000000000004</c:v>
              </c:pt>
              <c:pt idx="238">
                <c:v>1.1899999999999995</c:v>
              </c:pt>
              <c:pt idx="239">
                <c:v>1.0299999999999998</c:v>
              </c:pt>
              <c:pt idx="240">
                <c:v>2.96</c:v>
              </c:pt>
              <c:pt idx="241">
                <c:v>2.09</c:v>
              </c:pt>
              <c:pt idx="242">
                <c:v>1.29</c:v>
              </c:pt>
              <c:pt idx="243">
                <c:v>2.6699999999999995</c:v>
              </c:pt>
              <c:pt idx="244">
                <c:v>1.2400000000000002</c:v>
              </c:pt>
              <c:pt idx="245">
                <c:v>1.59</c:v>
              </c:pt>
              <c:pt idx="246">
                <c:v>7.0600000000000005</c:v>
              </c:pt>
              <c:pt idx="247">
                <c:v>1.2399999999999998</c:v>
              </c:pt>
              <c:pt idx="248">
                <c:v>1.1800000000000002</c:v>
              </c:pt>
              <c:pt idx="249">
                <c:v>1.17</c:v>
              </c:pt>
              <c:pt idx="250">
                <c:v>1.6600000000000001</c:v>
              </c:pt>
              <c:pt idx="251">
                <c:v>1.1500000000000001</c:v>
              </c:pt>
              <c:pt idx="252">
                <c:v>8.39</c:v>
              </c:pt>
              <c:pt idx="253">
                <c:v>2.8500000000000005</c:v>
              </c:pt>
              <c:pt idx="254">
                <c:v>1.29</c:v>
              </c:pt>
              <c:pt idx="255">
                <c:v>2.0999999999999996</c:v>
              </c:pt>
              <c:pt idx="256">
                <c:v>1.17</c:v>
              </c:pt>
              <c:pt idx="257">
                <c:v>1.6699999999999997</c:v>
              </c:pt>
              <c:pt idx="258">
                <c:v>2.22</c:v>
              </c:pt>
              <c:pt idx="259">
                <c:v>1.0500000000000003</c:v>
              </c:pt>
              <c:pt idx="260">
                <c:v>1.5999999999999999</c:v>
              </c:pt>
              <c:pt idx="261">
                <c:v>2.23</c:v>
              </c:pt>
              <c:pt idx="262">
                <c:v>2.440000000000001</c:v>
              </c:pt>
              <c:pt idx="263">
                <c:v>1.0199999999999998</c:v>
              </c:pt>
              <c:pt idx="264">
                <c:v>1.2300000000000004</c:v>
              </c:pt>
              <c:pt idx="265">
                <c:v>1.86</c:v>
              </c:pt>
              <c:pt idx="266">
                <c:v>3.5900000000000003</c:v>
              </c:pt>
              <c:pt idx="267">
                <c:v>1.6199999999999997</c:v>
              </c:pt>
              <c:pt idx="268">
                <c:v>1.64</c:v>
              </c:pt>
              <c:pt idx="269">
                <c:v>1.02</c:v>
              </c:pt>
              <c:pt idx="270">
                <c:v>3.8400000000000003</c:v>
              </c:pt>
              <c:pt idx="271">
                <c:v>1.1</c:v>
              </c:pt>
              <c:pt idx="272">
                <c:v>5.65</c:v>
              </c:pt>
              <c:pt idx="273">
                <c:v>2.2600000000000002</c:v>
              </c:pt>
              <c:pt idx="274">
                <c:v>1.05</c:v>
              </c:pt>
              <c:pt idx="275">
                <c:v>1.3300000000000005</c:v>
              </c:pt>
              <c:pt idx="276">
                <c:v>7.379999999999999</c:v>
              </c:pt>
              <c:pt idx="277">
                <c:v>1.4600000000000002</c:v>
              </c:pt>
              <c:pt idx="278">
                <c:v>1.3199999999999998</c:v>
              </c:pt>
              <c:pt idx="279">
                <c:v>1.29</c:v>
              </c:pt>
              <c:pt idx="280">
                <c:v>1.55</c:v>
              </c:pt>
              <c:pt idx="281">
                <c:v>2.08</c:v>
              </c:pt>
              <c:pt idx="282">
                <c:v>1.2200000000000002</c:v>
              </c:pt>
              <c:pt idx="283">
                <c:v>1.9599999999999997</c:v>
              </c:pt>
              <c:pt idx="284">
                <c:v>3.7099999999999995</c:v>
              </c:pt>
              <c:pt idx="285">
                <c:v>2.3999999999999995</c:v>
              </c:pt>
              <c:pt idx="286">
                <c:v>1.0500000000000003</c:v>
              </c:pt>
              <c:pt idx="287">
                <c:v>3.1500000000000004</c:v>
              </c:pt>
              <c:pt idx="288">
                <c:v>1.4500000000000004</c:v>
              </c:pt>
              <c:pt idx="289">
                <c:v>2.1500000000000004</c:v>
              </c:pt>
              <c:pt idx="290">
                <c:v>1.43</c:v>
              </c:pt>
              <c:pt idx="291">
                <c:v>1.1300000000000001</c:v>
              </c:pt>
              <c:pt idx="292">
                <c:v>2.54</c:v>
              </c:pt>
              <c:pt idx="293">
                <c:v>1.1700000000000002</c:v>
              </c:pt>
              <c:pt idx="294">
                <c:v>1.4000000000000001</c:v>
              </c:pt>
              <c:pt idx="295">
                <c:v>2.5</c:v>
              </c:pt>
              <c:pt idx="296">
                <c:v>1.08</c:v>
              </c:pt>
              <c:pt idx="297">
                <c:v>1.4599999999999997</c:v>
              </c:pt>
              <c:pt idx="298">
                <c:v>2.0700000000000003</c:v>
              </c:pt>
              <c:pt idx="299">
                <c:v>1.23</c:v>
              </c:pt>
              <c:pt idx="300">
                <c:v>1.6400000000000001</c:v>
              </c:pt>
              <c:pt idx="301">
                <c:v>1.4800000000000002</c:v>
              </c:pt>
              <c:pt idx="302">
                <c:v>1.5899999999999999</c:v>
              </c:pt>
              <c:pt idx="303">
                <c:v>2.81</c:v>
              </c:pt>
              <c:pt idx="304">
                <c:v>1.0399999999999998</c:v>
              </c:pt>
              <c:pt idx="305">
                <c:v>2.120000000000001</c:v>
              </c:pt>
              <c:pt idx="306">
                <c:v>2.3700000000000006</c:v>
              </c:pt>
              <c:pt idx="307">
                <c:v>1</c:v>
              </c:pt>
              <c:pt idx="308">
                <c:v>2.4699999999999998</c:v>
              </c:pt>
              <c:pt idx="309">
                <c:v>1.25</c:v>
              </c:pt>
              <c:pt idx="310">
                <c:v>1.9699999999999998</c:v>
              </c:pt>
              <c:pt idx="311">
                <c:v>3</c:v>
              </c:pt>
              <c:pt idx="312">
                <c:v>6.2</c:v>
              </c:pt>
              <c:pt idx="313">
                <c:v>1.02</c:v>
              </c:pt>
              <c:pt idx="314">
                <c:v>1.1099999999999999</c:v>
              </c:pt>
              <c:pt idx="315">
                <c:v>1.34</c:v>
              </c:pt>
              <c:pt idx="316">
                <c:v>1.0399999999999998</c:v>
              </c:pt>
              <c:pt idx="317">
                <c:v>1.03</c:v>
              </c:pt>
              <c:pt idx="318">
                <c:v>1.62</c:v>
              </c:pt>
              <c:pt idx="319">
                <c:v>2.31</c:v>
              </c:pt>
              <c:pt idx="320">
                <c:v>1.8</c:v>
              </c:pt>
              <c:pt idx="321">
                <c:v>1.43</c:v>
              </c:pt>
              <c:pt idx="322">
                <c:v>2.4700000000000006</c:v>
              </c:pt>
              <c:pt idx="323">
                <c:v>2.1799999999999997</c:v>
              </c:pt>
              <c:pt idx="324">
                <c:v>9.579999999999998</c:v>
              </c:pt>
              <c:pt idx="325">
                <c:v>2.41</c:v>
              </c:pt>
              <c:pt idx="326">
                <c:v>1.4600000000000002</c:v>
              </c:pt>
              <c:pt idx="327">
                <c:v>1.1700000000000002</c:v>
              </c:pt>
              <c:pt idx="328">
                <c:v>2.6000000000000005</c:v>
              </c:pt>
              <c:pt idx="329">
                <c:v>1.29</c:v>
              </c:pt>
              <c:pt idx="330">
                <c:v>1.4000000000000004</c:v>
              </c:pt>
              <c:pt idx="331">
                <c:v>1.0700000000000003</c:v>
              </c:pt>
              <c:pt idx="332">
                <c:v>1.5599999999999998</c:v>
              </c:pt>
              <c:pt idx="333">
                <c:v>1.94</c:v>
              </c:pt>
              <c:pt idx="334">
                <c:v>1.5999999999999999</c:v>
              </c:pt>
              <c:pt idx="335">
                <c:v>1.3800000000000001</c:v>
              </c:pt>
              <c:pt idx="336">
                <c:v>1.02</c:v>
              </c:pt>
              <c:pt idx="337">
                <c:v>1.93</c:v>
              </c:pt>
              <c:pt idx="338">
                <c:v>5.880000000000001</c:v>
              </c:pt>
              <c:pt idx="339">
                <c:v>1.11</c:v>
              </c:pt>
              <c:pt idx="340">
                <c:v>1.8399999999999999</c:v>
              </c:pt>
              <c:pt idx="341">
                <c:v>1.26</c:v>
              </c:pt>
              <c:pt idx="342">
                <c:v>1.5499999999999998</c:v>
              </c:pt>
              <c:pt idx="343">
                <c:v>1.1500000000000001</c:v>
              </c:pt>
              <c:pt idx="344">
                <c:v>1.2199999999999998</c:v>
              </c:pt>
              <c:pt idx="345">
                <c:v>2.38</c:v>
              </c:pt>
              <c:pt idx="346">
                <c:v>2.1</c:v>
              </c:pt>
              <c:pt idx="347">
                <c:v>2.3200000000000007</c:v>
              </c:pt>
              <c:pt idx="348">
                <c:v>1.23</c:v>
              </c:pt>
              <c:pt idx="349">
                <c:v>1.96</c:v>
              </c:pt>
              <c:pt idx="350">
                <c:v>2.3399999999999994</c:v>
              </c:pt>
              <c:pt idx="351">
                <c:v>1.03</c:v>
              </c:pt>
              <c:pt idx="352">
                <c:v>5.749999999999999</c:v>
              </c:pt>
              <c:pt idx="353">
                <c:v>2.26</c:v>
              </c:pt>
              <c:pt idx="354">
                <c:v>1.11</c:v>
              </c:pt>
              <c:pt idx="355">
                <c:v>1.43</c:v>
              </c:pt>
              <c:pt idx="356">
                <c:v>1.0899999999999999</c:v>
              </c:pt>
              <c:pt idx="357">
                <c:v>1.1999999999999997</c:v>
              </c:pt>
              <c:pt idx="358">
                <c:v>1.38</c:v>
              </c:pt>
              <c:pt idx="359">
                <c:v>1.83</c:v>
              </c:pt>
              <c:pt idx="360">
                <c:v>1.7100000000000002</c:v>
              </c:pt>
              <c:pt idx="361">
                <c:v>2.6</c:v>
              </c:pt>
              <c:pt idx="362">
                <c:v>1.7600000000000002</c:v>
              </c:pt>
              <c:pt idx="363">
                <c:v>5.819999999999999</c:v>
              </c:pt>
              <c:pt idx="364">
                <c:v>3.6499999999999995</c:v>
              </c:pt>
              <c:pt idx="365">
                <c:v>1.0500000000000003</c:v>
              </c:pt>
              <c:pt idx="366">
                <c:v>1.09</c:v>
              </c:pt>
              <c:pt idx="367">
                <c:v>2.8200000000000007</c:v>
              </c:pt>
              <c:pt idx="368">
                <c:v>1.0399999999999998</c:v>
              </c:pt>
              <c:pt idx="369">
                <c:v>1.58</c:v>
              </c:pt>
              <c:pt idx="370">
                <c:v>2</c:v>
              </c:pt>
              <c:pt idx="371">
                <c:v>3.4799999999999995</c:v>
              </c:pt>
              <c:pt idx="372">
                <c:v>1.4800000000000002</c:v>
              </c:pt>
              <c:pt idx="373">
                <c:v>1.21</c:v>
              </c:pt>
              <c:pt idx="374">
                <c:v>1.2000000000000002</c:v>
              </c:pt>
              <c:pt idx="375">
                <c:v>1.1900000000000002</c:v>
              </c:pt>
              <c:pt idx="376">
                <c:v>1.17</c:v>
              </c:pt>
              <c:pt idx="377">
                <c:v>1.34</c:v>
              </c:pt>
              <c:pt idx="378">
                <c:v>1.08</c:v>
              </c:pt>
              <c:pt idx="379">
                <c:v>1.23</c:v>
              </c:pt>
              <c:pt idx="380">
                <c:v>1.35</c:v>
              </c:pt>
              <c:pt idx="381">
                <c:v>1.2</c:v>
              </c:pt>
              <c:pt idx="382">
                <c:v>1.5199999999999998</c:v>
              </c:pt>
              <c:pt idx="383">
                <c:v>1.18</c:v>
              </c:pt>
              <c:pt idx="384">
                <c:v>3.06</c:v>
              </c:pt>
              <c:pt idx="385">
                <c:v>2.4899999999999998</c:v>
              </c:pt>
              <c:pt idx="386">
                <c:v>1.24</c:v>
              </c:pt>
              <c:pt idx="387">
                <c:v>1.5800000000000005</c:v>
              </c:pt>
              <c:pt idx="388">
                <c:v>1.7700000000000002</c:v>
              </c:pt>
              <c:pt idx="389">
                <c:v>4.52</c:v>
              </c:pt>
              <c:pt idx="390">
                <c:v>1.11</c:v>
              </c:pt>
              <c:pt idx="391">
                <c:v>1.48</c:v>
              </c:pt>
              <c:pt idx="392">
                <c:v>2.27</c:v>
              </c:pt>
              <c:pt idx="393">
                <c:v>1.07</c:v>
              </c:pt>
              <c:pt idx="394">
                <c:v>2.99</c:v>
              </c:pt>
              <c:pt idx="395">
                <c:v>1.41</c:v>
              </c:pt>
              <c:pt idx="396">
                <c:v>1.7999999999999996</c:v>
              </c:pt>
              <c:pt idx="397">
                <c:v>1.4400000000000002</c:v>
              </c:pt>
              <c:pt idx="398">
                <c:v>3.8899999999999997</c:v>
              </c:pt>
              <c:pt idx="399">
                <c:v>1.44</c:v>
              </c:pt>
              <c:pt idx="400">
                <c:v>1.3400000000000003</c:v>
              </c:pt>
              <c:pt idx="401">
                <c:v>1.6600000000000001</c:v>
              </c:pt>
              <c:pt idx="402">
                <c:v>1.05</c:v>
              </c:pt>
              <c:pt idx="403">
                <c:v>2.14</c:v>
              </c:pt>
              <c:pt idx="404">
                <c:v>1.29</c:v>
              </c:pt>
              <c:pt idx="405">
                <c:v>3.3099999999999996</c:v>
              </c:pt>
              <c:pt idx="406">
                <c:v>1.3399999999999999</c:v>
              </c:pt>
              <c:pt idx="407">
                <c:v>1</c:v>
              </c:pt>
              <c:pt idx="408">
                <c:v>1.2000000000000002</c:v>
              </c:pt>
              <c:pt idx="409">
                <c:v>1.1800000000000002</c:v>
              </c:pt>
              <c:pt idx="410">
                <c:v>1.2899999999999998</c:v>
              </c:pt>
              <c:pt idx="411">
                <c:v>1.43</c:v>
              </c:pt>
              <c:pt idx="412">
                <c:v>1.34</c:v>
              </c:pt>
              <c:pt idx="413">
                <c:v>2.3099999999999996</c:v>
              </c:pt>
              <c:pt idx="414">
                <c:v>1.8700000000000003</c:v>
              </c:pt>
              <c:pt idx="415">
                <c:v>1.5799999999999996</c:v>
              </c:pt>
              <c:pt idx="416">
                <c:v>1.62</c:v>
              </c:pt>
              <c:pt idx="417">
                <c:v>2.2099999999999995</c:v>
              </c:pt>
              <c:pt idx="418">
                <c:v>4.55</c:v>
              </c:pt>
              <c:pt idx="419">
                <c:v>1.0599999999999998</c:v>
              </c:pt>
              <c:pt idx="420">
                <c:v>1.1499999999999997</c:v>
              </c:pt>
              <c:pt idx="421">
                <c:v>1.07</c:v>
              </c:pt>
              <c:pt idx="422">
                <c:v>1.13</c:v>
              </c:pt>
              <c:pt idx="423">
                <c:v>1.7099999999999997</c:v>
              </c:pt>
              <c:pt idx="424">
                <c:v>1.3399999999999999</c:v>
              </c:pt>
              <c:pt idx="425">
                <c:v>2.4800000000000004</c:v>
              </c:pt>
              <c:pt idx="426">
                <c:v>1.6400000000000006</c:v>
              </c:pt>
              <c:pt idx="427">
                <c:v>5.620000000000001</c:v>
              </c:pt>
              <c:pt idx="428">
                <c:v>1.44</c:v>
              </c:pt>
              <c:pt idx="429">
                <c:v>3.63</c:v>
              </c:pt>
              <c:pt idx="430">
                <c:v>2.2300000000000004</c:v>
              </c:pt>
              <c:pt idx="431">
                <c:v>1.31</c:v>
              </c:pt>
              <c:pt idx="432">
                <c:v>8.22</c:v>
              </c:pt>
              <c:pt idx="433">
                <c:v>3.63</c:v>
              </c:pt>
              <c:pt idx="434">
                <c:v>1.1500000000000001</c:v>
              </c:pt>
              <c:pt idx="435">
                <c:v>1.27</c:v>
              </c:pt>
              <c:pt idx="436">
                <c:v>3.63</c:v>
              </c:pt>
              <c:pt idx="437">
                <c:v>3.36</c:v>
              </c:pt>
              <c:pt idx="438">
                <c:v>1.4599999999999997</c:v>
              </c:pt>
              <c:pt idx="439">
                <c:v>1.5299999999999996</c:v>
              </c:pt>
              <c:pt idx="440">
                <c:v>1.14</c:v>
              </c:pt>
              <c:pt idx="441">
                <c:v>1.6300000000000003</c:v>
              </c:pt>
              <c:pt idx="442">
                <c:v>1.52</c:v>
              </c:pt>
              <c:pt idx="443">
                <c:v>1.7800000000000002</c:v>
              </c:pt>
              <c:pt idx="444">
                <c:v>3.8099999999999996</c:v>
              </c:pt>
              <c:pt idx="445">
                <c:v>1.1800000000000002</c:v>
              </c:pt>
              <c:pt idx="446">
                <c:v>1.08</c:v>
              </c:pt>
              <c:pt idx="447">
                <c:v>1.03</c:v>
              </c:pt>
              <c:pt idx="448">
                <c:v>1.09</c:v>
              </c:pt>
              <c:pt idx="449">
                <c:v>1.18</c:v>
              </c:pt>
              <c:pt idx="450">
                <c:v>1.31</c:v>
              </c:pt>
              <c:pt idx="451">
                <c:v>3.01</c:v>
              </c:pt>
              <c:pt idx="452">
                <c:v>2.2299999999999995</c:v>
              </c:pt>
              <c:pt idx="453">
                <c:v>2.34</c:v>
              </c:pt>
              <c:pt idx="454">
                <c:v>4.6499999999999995</c:v>
              </c:pt>
              <c:pt idx="455">
                <c:v>1.24</c:v>
              </c:pt>
              <c:pt idx="456">
                <c:v>1.36</c:v>
              </c:pt>
              <c:pt idx="457">
                <c:v>1.31</c:v>
              </c:pt>
              <c:pt idx="458">
                <c:v>1.75</c:v>
              </c:pt>
              <c:pt idx="459">
                <c:v>1.08</c:v>
              </c:pt>
              <c:pt idx="460">
                <c:v>1.9300000000000002</c:v>
              </c:pt>
              <c:pt idx="461">
                <c:v>1.1700000000000002</c:v>
              </c:pt>
              <c:pt idx="462">
                <c:v>1.2699999999999998</c:v>
              </c:pt>
              <c:pt idx="463">
                <c:v>1.7499999999999998</c:v>
              </c:pt>
              <c:pt idx="464">
                <c:v>1.36</c:v>
              </c:pt>
              <c:pt idx="465">
                <c:v>1.24</c:v>
              </c:pt>
              <c:pt idx="466">
                <c:v>1.0599999999999998</c:v>
              </c:pt>
              <c:pt idx="467">
                <c:v>2.46</c:v>
              </c:pt>
              <c:pt idx="468">
                <c:v>1.5799999999999998</c:v>
              </c:pt>
              <c:pt idx="469">
                <c:v>1.5100000000000002</c:v>
              </c:pt>
              <c:pt idx="470">
                <c:v>1.6099999999999999</c:v>
              </c:pt>
              <c:pt idx="471">
                <c:v>1.0399999999999998</c:v>
              </c:pt>
              <c:pt idx="472">
                <c:v>1.8699999999999999</c:v>
              </c:pt>
              <c:pt idx="473">
                <c:v>1.3800000000000001</c:v>
              </c:pt>
              <c:pt idx="474">
                <c:v>3.200000000000001</c:v>
              </c:pt>
              <c:pt idx="475">
                <c:v>2.9299999999999997</c:v>
              </c:pt>
              <c:pt idx="476">
                <c:v>2.51</c:v>
              </c:pt>
              <c:pt idx="477">
                <c:v>1.32</c:v>
              </c:pt>
              <c:pt idx="478">
                <c:v>1.32</c:v>
              </c:pt>
              <c:pt idx="479">
                <c:v>1.29</c:v>
              </c:pt>
              <c:pt idx="480">
                <c:v>2.36</c:v>
              </c:pt>
              <c:pt idx="481">
                <c:v>2.22</c:v>
              </c:pt>
              <c:pt idx="482">
                <c:v>1.3900000000000003</c:v>
              </c:pt>
              <c:pt idx="483">
                <c:v>1.04</c:v>
              </c:pt>
              <c:pt idx="484">
                <c:v>1.24</c:v>
              </c:pt>
              <c:pt idx="485">
                <c:v>1.65</c:v>
              </c:pt>
              <c:pt idx="486">
                <c:v>1.79</c:v>
              </c:pt>
              <c:pt idx="487">
                <c:v>1.2700000000000002</c:v>
              </c:pt>
              <c:pt idx="488">
                <c:v>1.24</c:v>
              </c:pt>
              <c:pt idx="489">
                <c:v>1.5600000000000005</c:v>
              </c:pt>
              <c:pt idx="490">
                <c:v>1.2200000000000002</c:v>
              </c:pt>
              <c:pt idx="491">
                <c:v>1.1799999999999997</c:v>
              </c:pt>
              <c:pt idx="492">
                <c:v>1.4700000000000004</c:v>
              </c:pt>
              <c:pt idx="493">
                <c:v>1.44</c:v>
              </c:pt>
              <c:pt idx="494">
                <c:v>1.1800000000000002</c:v>
              </c:pt>
              <c:pt idx="495">
                <c:v>1.2499999999999998</c:v>
              </c:pt>
              <c:pt idx="496">
                <c:v>1.04</c:v>
              </c:pt>
              <c:pt idx="497">
                <c:v>4.68</c:v>
              </c:pt>
              <c:pt idx="498">
                <c:v>3.0999999999999996</c:v>
              </c:pt>
              <c:pt idx="499">
                <c:v>1</c:v>
              </c:pt>
              <c:pt idx="500">
                <c:v>2.4899999999999998</c:v>
              </c:pt>
              <c:pt idx="501">
                <c:v>2.46</c:v>
              </c:pt>
              <c:pt idx="502">
                <c:v>1.74</c:v>
              </c:pt>
              <c:pt idx="503">
                <c:v>1.9699999999999998</c:v>
              </c:pt>
              <c:pt idx="504">
                <c:v>1.24</c:v>
              </c:pt>
              <c:pt idx="505">
                <c:v>1.4900000000000002</c:v>
              </c:pt>
              <c:pt idx="506">
                <c:v>1.18</c:v>
              </c:pt>
              <c:pt idx="507">
                <c:v>1.9699999999999998</c:v>
              </c:pt>
              <c:pt idx="508">
                <c:v>1.06</c:v>
              </c:pt>
              <c:pt idx="509">
                <c:v>2.43</c:v>
              </c:pt>
              <c:pt idx="510">
                <c:v>2.0600000000000005</c:v>
              </c:pt>
              <c:pt idx="511">
                <c:v>1.27</c:v>
              </c:pt>
              <c:pt idx="512">
                <c:v>1.8900000000000001</c:v>
              </c:pt>
              <c:pt idx="513">
                <c:v>1.02</c:v>
              </c:pt>
              <c:pt idx="514">
                <c:v>3.9499999999999993</c:v>
              </c:pt>
              <c:pt idx="515">
                <c:v>1.2000000000000002</c:v>
              </c:pt>
              <c:pt idx="516">
                <c:v>2.63</c:v>
              </c:pt>
              <c:pt idx="517">
                <c:v>1.2799999999999998</c:v>
              </c:pt>
              <c:pt idx="518">
                <c:v>1.4000000000000001</c:v>
              </c:pt>
              <c:pt idx="519">
                <c:v>1.0599999999999998</c:v>
              </c:pt>
              <c:pt idx="520">
                <c:v>2.6</c:v>
              </c:pt>
              <c:pt idx="521">
                <c:v>1.1199999999999999</c:v>
              </c:pt>
              <c:pt idx="522">
                <c:v>1.2600000000000002</c:v>
              </c:pt>
              <c:pt idx="523">
                <c:v>2.09</c:v>
              </c:pt>
              <c:pt idx="524">
                <c:v>2.2199999999999993</c:v>
              </c:pt>
              <c:pt idx="525">
                <c:v>1.11</c:v>
              </c:pt>
              <c:pt idx="526">
                <c:v>1.01</c:v>
              </c:pt>
              <c:pt idx="527">
                <c:v>2.5100000000000007</c:v>
              </c:pt>
              <c:pt idx="528">
                <c:v>2.6900000000000004</c:v>
              </c:pt>
              <c:pt idx="529">
                <c:v>1.3900000000000001</c:v>
              </c:pt>
              <c:pt idx="530">
                <c:v>1.4399999999999997</c:v>
              </c:pt>
              <c:pt idx="531">
                <c:v>1.2</c:v>
              </c:pt>
              <c:pt idx="532">
                <c:v>1.08</c:v>
              </c:pt>
              <c:pt idx="533">
                <c:v>3.16</c:v>
              </c:pt>
              <c:pt idx="534">
                <c:v>1.97</c:v>
              </c:pt>
              <c:pt idx="535">
                <c:v>1.2</c:v>
              </c:pt>
              <c:pt idx="536">
                <c:v>3.4000000000000004</c:v>
              </c:pt>
              <c:pt idx="537">
                <c:v>2.02</c:v>
              </c:pt>
              <c:pt idx="538">
                <c:v>1.6100000000000003</c:v>
              </c:pt>
              <c:pt idx="539">
                <c:v>2.52</c:v>
              </c:pt>
              <c:pt idx="540">
                <c:v>1.22</c:v>
              </c:pt>
              <c:pt idx="541">
                <c:v>2</c:v>
              </c:pt>
              <c:pt idx="542">
                <c:v>1.12</c:v>
              </c:pt>
              <c:pt idx="543">
                <c:v>1.58</c:v>
              </c:pt>
              <c:pt idx="544">
                <c:v>1.14</c:v>
              </c:pt>
              <c:pt idx="545">
                <c:v>1.42</c:v>
              </c:pt>
              <c:pt idx="546">
                <c:v>1.7700000000000005</c:v>
              </c:pt>
              <c:pt idx="547">
                <c:v>1.0800000000000005</c:v>
              </c:pt>
              <c:pt idx="548">
                <c:v>1.54</c:v>
              </c:pt>
              <c:pt idx="549">
                <c:v>1.22</c:v>
              </c:pt>
              <c:pt idx="550">
                <c:v>2.309999999999999</c:v>
              </c:pt>
              <c:pt idx="551">
                <c:v>1.9300000000000002</c:v>
              </c:pt>
              <c:pt idx="552">
                <c:v>1.47</c:v>
              </c:pt>
              <c:pt idx="553">
                <c:v>1.09</c:v>
              </c:pt>
              <c:pt idx="554">
                <c:v>2.0999999999999996</c:v>
              </c:pt>
              <c:pt idx="555">
                <c:v>2.8600000000000003</c:v>
              </c:pt>
              <c:pt idx="556">
                <c:v>1.48</c:v>
              </c:pt>
              <c:pt idx="557">
                <c:v>4.25</c:v>
              </c:pt>
              <c:pt idx="558">
                <c:v>1.08</c:v>
              </c:pt>
              <c:pt idx="559">
                <c:v>2.8200000000000003</c:v>
              </c:pt>
              <c:pt idx="560">
                <c:v>1.5000000000000002</c:v>
              </c:pt>
              <c:pt idx="561">
                <c:v>1.08</c:v>
              </c:pt>
              <c:pt idx="562">
                <c:v>1.3199999999999996</c:v>
              </c:pt>
              <c:pt idx="563">
                <c:v>1.0999999999999999</c:v>
              </c:pt>
              <c:pt idx="564">
                <c:v>2.1200000000000006</c:v>
              </c:pt>
              <c:pt idx="565">
                <c:v>2.0700000000000003</c:v>
              </c:pt>
              <c:pt idx="566">
                <c:v>1.7800000000000002</c:v>
              </c:pt>
              <c:pt idx="567">
                <c:v>4.140000000000001</c:v>
              </c:pt>
              <c:pt idx="568">
                <c:v>1.29</c:v>
              </c:pt>
              <c:pt idx="569">
                <c:v>1.2000000000000004</c:v>
              </c:pt>
            </c:numLit>
          </c:xVal>
          <c:yVal>
            <c:numLit>
              <c:formatCode>General</c:formatCode>
              <c:ptCount val="570"/>
              <c:pt idx="0">
                <c:v>0.31013114186851215</c:v>
              </c:pt>
              <c:pt idx="1">
                <c:v>0.19302768166089967</c:v>
              </c:pt>
              <c:pt idx="2">
                <c:v>0.4352238033448673</c:v>
              </c:pt>
              <c:pt idx="3">
                <c:v>0.22166012110726646</c:v>
              </c:pt>
              <c:pt idx="4">
                <c:v>0.31994338235294123</c:v>
              </c:pt>
              <c:pt idx="5">
                <c:v>0.3824287826360492</c:v>
              </c:pt>
              <c:pt idx="6">
                <c:v>0.15570899653979237</c:v>
              </c:pt>
              <c:pt idx="7">
                <c:v>0.5134536332179931</c:v>
              </c:pt>
              <c:pt idx="8">
                <c:v>0.5594000707769738</c:v>
              </c:pt>
              <c:pt idx="9">
                <c:v>0.41910404215161995</c:v>
              </c:pt>
              <c:pt idx="10">
                <c:v>0.1783897491349481</c:v>
              </c:pt>
              <c:pt idx="11">
                <c:v>0.0939401384083045</c:v>
              </c:pt>
              <c:pt idx="12">
                <c:v>0.08364532871972319</c:v>
              </c:pt>
              <c:pt idx="13">
                <c:v>1.0364782223183393</c:v>
              </c:pt>
              <c:pt idx="14">
                <c:v>0.5909864186851213</c:v>
              </c:pt>
              <c:pt idx="15">
                <c:v>0.1603738321799308</c:v>
              </c:pt>
              <c:pt idx="16">
                <c:v>0.17308148788927338</c:v>
              </c:pt>
              <c:pt idx="17">
                <c:v>0.15023987889273357</c:v>
              </c:pt>
              <c:pt idx="18">
                <c:v>0.3834101691657055</c:v>
              </c:pt>
              <c:pt idx="19">
                <c:v>0.5026762543252596</c:v>
              </c:pt>
              <c:pt idx="20">
                <c:v>0.5177431372549021</c:v>
              </c:pt>
              <c:pt idx="21">
                <c:v>0.7984911764705882</c:v>
              </c:pt>
              <c:pt idx="22">
                <c:v>0.1460576124567474</c:v>
              </c:pt>
              <c:pt idx="23">
                <c:v>0.13162649530400397</c:v>
              </c:pt>
              <c:pt idx="24">
                <c:v>0.18702237600922725</c:v>
              </c:pt>
              <c:pt idx="25">
                <c:v>0.0830285593178448</c:v>
              </c:pt>
              <c:pt idx="26">
                <c:v>0.19396064878892735</c:v>
              </c:pt>
              <c:pt idx="27">
                <c:v>0.08546836793540948</c:v>
              </c:pt>
              <c:pt idx="28">
                <c:v>0.12825617070357556</c:v>
              </c:pt>
              <c:pt idx="29">
                <c:v>0.3127048442906574</c:v>
              </c:pt>
              <c:pt idx="30">
                <c:v>0.22037326989619377</c:v>
              </c:pt>
              <c:pt idx="31">
                <c:v>0.18466314878892734</c:v>
              </c:pt>
              <c:pt idx="32">
                <c:v>0.5140970588235294</c:v>
              </c:pt>
              <c:pt idx="33">
                <c:v>0.3900767733564014</c:v>
              </c:pt>
              <c:pt idx="34">
                <c:v>0.7875529411764707</c:v>
              </c:pt>
              <c:pt idx="35">
                <c:v>0.22951910528917452</c:v>
              </c:pt>
              <c:pt idx="36">
                <c:v>0.15603070934256055</c:v>
              </c:pt>
              <c:pt idx="37">
                <c:v>1.195734996155325</c:v>
              </c:pt>
              <c:pt idx="38">
                <c:v>0.2698098039215686</c:v>
              </c:pt>
              <c:pt idx="39">
                <c:v>0.10777378892733565</c:v>
              </c:pt>
              <c:pt idx="40">
                <c:v>0.2568730497011639</c:v>
              </c:pt>
              <c:pt idx="41">
                <c:v>0.41114896193771633</c:v>
              </c:pt>
              <c:pt idx="42">
                <c:v>0.18569262975778544</c:v>
              </c:pt>
              <c:pt idx="43">
                <c:v>0.44435962203886087</c:v>
              </c:pt>
              <c:pt idx="44">
                <c:v>0.5745790657439447</c:v>
              </c:pt>
              <c:pt idx="45">
                <c:v>1.0031005190311422</c:v>
              </c:pt>
              <c:pt idx="46">
                <c:v>0.18487762399077282</c:v>
              </c:pt>
              <c:pt idx="47">
                <c:v>0.16001994809688583</c:v>
              </c:pt>
              <c:pt idx="48">
                <c:v>0.9427793685121109</c:v>
              </c:pt>
              <c:pt idx="49">
                <c:v>0.44798507785467134</c:v>
              </c:pt>
              <c:pt idx="50">
                <c:v>0.8196169838523645</c:v>
              </c:pt>
              <c:pt idx="51">
                <c:v>0.6867495963091118</c:v>
              </c:pt>
              <c:pt idx="52">
                <c:v>0.17243806228373704</c:v>
              </c:pt>
              <c:pt idx="53">
                <c:v>0.5700750865051903</c:v>
              </c:pt>
              <c:pt idx="54">
                <c:v>0.17565519031141866</c:v>
              </c:pt>
              <c:pt idx="55">
                <c:v>0.1359466386554622</c:v>
              </c:pt>
              <c:pt idx="56">
                <c:v>0.441904705882353</c:v>
              </c:pt>
              <c:pt idx="57">
                <c:v>0.13177356401384083</c:v>
              </c:pt>
              <c:pt idx="58">
                <c:v>0.1479878892733564</c:v>
              </c:pt>
              <c:pt idx="59">
                <c:v>1.6333818586258033</c:v>
              </c:pt>
              <c:pt idx="60">
                <c:v>0.5877049480968859</c:v>
              </c:pt>
              <c:pt idx="61">
                <c:v>0.10230467128027682</c:v>
              </c:pt>
              <c:pt idx="62">
                <c:v>0.051565966386554626</c:v>
              </c:pt>
              <c:pt idx="63">
                <c:v>0.7578838715878509</c:v>
              </c:pt>
              <c:pt idx="64">
                <c:v>0.6809281265447354</c:v>
              </c:pt>
              <c:pt idx="65">
                <c:v>0.3432675605536333</c:v>
              </c:pt>
              <c:pt idx="66">
                <c:v>1.274304411764706</c:v>
              </c:pt>
              <c:pt idx="67">
                <c:v>0.191740830449827</c:v>
              </c:pt>
              <c:pt idx="68">
                <c:v>0.16548906574394465</c:v>
              </c:pt>
              <c:pt idx="69">
                <c:v>0.3217128027681661</c:v>
              </c:pt>
              <c:pt idx="70">
                <c:v>0.3208549019607843</c:v>
              </c:pt>
              <c:pt idx="71">
                <c:v>0.03715782871972319</c:v>
              </c:pt>
              <c:pt idx="72">
                <c:v>0.5920319852941176</c:v>
              </c:pt>
              <c:pt idx="73">
                <c:v>0.8725655493079585</c:v>
              </c:pt>
              <c:pt idx="74">
                <c:v>0.2395151816608997</c:v>
              </c:pt>
              <c:pt idx="75">
                <c:v>0.2705604671280277</c:v>
              </c:pt>
              <c:pt idx="76">
                <c:v>0.3677177335640139</c:v>
              </c:pt>
              <c:pt idx="77">
                <c:v>0.24621753171856978</c:v>
              </c:pt>
              <c:pt idx="78">
                <c:v>0.3635354671280277</c:v>
              </c:pt>
              <c:pt idx="79">
                <c:v>0.4806389273356401</c:v>
              </c:pt>
              <c:pt idx="80">
                <c:v>0.13737136678200693</c:v>
              </c:pt>
              <c:pt idx="81">
                <c:v>0.17511900230680505</c:v>
              </c:pt>
              <c:pt idx="82">
                <c:v>0.43913797577854674</c:v>
              </c:pt>
              <c:pt idx="83">
                <c:v>0.13640622837370245</c:v>
              </c:pt>
              <c:pt idx="84">
                <c:v>0.35152485582468285</c:v>
              </c:pt>
              <c:pt idx="85">
                <c:v>0.5202096020761247</c:v>
              </c:pt>
              <c:pt idx="86">
                <c:v>0.16133727736295755</c:v>
              </c:pt>
              <c:pt idx="87">
                <c:v>0.07315749134948098</c:v>
              </c:pt>
              <c:pt idx="88">
                <c:v>0.083889830449827</c:v>
              </c:pt>
              <c:pt idx="89">
                <c:v>0.07849792387543253</c:v>
              </c:pt>
              <c:pt idx="90">
                <c:v>0.17179463667820072</c:v>
              </c:pt>
              <c:pt idx="91">
                <c:v>0.35131038062283737</c:v>
              </c:pt>
              <c:pt idx="92">
                <c:v>0.797333010380623</c:v>
              </c:pt>
              <c:pt idx="93">
                <c:v>0.19372060154378498</c:v>
              </c:pt>
              <c:pt idx="94">
                <c:v>0.33972871972318336</c:v>
              </c:pt>
              <c:pt idx="95">
                <c:v>0.10224032871972319</c:v>
              </c:pt>
              <c:pt idx="96">
                <c:v>0.3315786620530566</c:v>
              </c:pt>
              <c:pt idx="97">
                <c:v>0.39281133217993086</c:v>
              </c:pt>
              <c:pt idx="98">
                <c:v>0.21578155080213904</c:v>
              </c:pt>
              <c:pt idx="99">
                <c:v>0.6032115051903115</c:v>
              </c:pt>
              <c:pt idx="100">
                <c:v>0.25341777063766685</c:v>
              </c:pt>
              <c:pt idx="101">
                <c:v>0.18401972318339102</c:v>
              </c:pt>
              <c:pt idx="102">
                <c:v>0.26552029988465975</c:v>
              </c:pt>
              <c:pt idx="103">
                <c:v>0.23034636678200696</c:v>
              </c:pt>
              <c:pt idx="104">
                <c:v>0.31173970588235295</c:v>
              </c:pt>
              <c:pt idx="105">
                <c:v>0.43559913494809693</c:v>
              </c:pt>
              <c:pt idx="106">
                <c:v>0.4704318575023593</c:v>
              </c:pt>
              <c:pt idx="107">
                <c:v>1.7481873702422146</c:v>
              </c:pt>
              <c:pt idx="108">
                <c:v>0.25672681660899654</c:v>
              </c:pt>
              <c:pt idx="109">
                <c:v>0.3043403114186851</c:v>
              </c:pt>
              <c:pt idx="110">
                <c:v>1.0086542979420872</c:v>
              </c:pt>
              <c:pt idx="111">
                <c:v>0.9057092796476879</c:v>
              </c:pt>
              <c:pt idx="112">
                <c:v>0.4838560553633219</c:v>
              </c:pt>
              <c:pt idx="113">
                <c:v>0.5043652465397923</c:v>
              </c:pt>
              <c:pt idx="114">
                <c:v>0.685569982698962</c:v>
              </c:pt>
              <c:pt idx="115">
                <c:v>0.41216005931784483</c:v>
              </c:pt>
              <c:pt idx="116">
                <c:v>0.8523904445035934</c:v>
              </c:pt>
              <c:pt idx="117">
                <c:v>0.20249522985664858</c:v>
              </c:pt>
              <c:pt idx="118">
                <c:v>0.7742018598615917</c:v>
              </c:pt>
              <c:pt idx="119">
                <c:v>0.1529013211701793</c:v>
              </c:pt>
              <c:pt idx="120">
                <c:v>0.21892556228373705</c:v>
              </c:pt>
              <c:pt idx="121">
                <c:v>0.28925555555555554</c:v>
              </c:pt>
              <c:pt idx="122">
                <c:v>0.11839031141868513</c:v>
              </c:pt>
              <c:pt idx="123">
                <c:v>0.20947078046905038</c:v>
              </c:pt>
              <c:pt idx="124">
                <c:v>1.0114650519031143</c:v>
              </c:pt>
              <c:pt idx="125">
                <c:v>0.5837800519031142</c:v>
              </c:pt>
              <c:pt idx="126">
                <c:v>1.4225067762399077</c:v>
              </c:pt>
              <c:pt idx="127">
                <c:v>1.113448010380623</c:v>
              </c:pt>
              <c:pt idx="128">
                <c:v>1.4699415417147252</c:v>
              </c:pt>
              <c:pt idx="129">
                <c:v>1.1864308576371727</c:v>
              </c:pt>
              <c:pt idx="130">
                <c:v>0.7734894957983195</c:v>
              </c:pt>
              <c:pt idx="131">
                <c:v>0.4139371395617071</c:v>
              </c:pt>
              <c:pt idx="132">
                <c:v>1.3463388329663417</c:v>
              </c:pt>
              <c:pt idx="133">
                <c:v>0.307879152249135</c:v>
              </c:pt>
              <c:pt idx="134">
                <c:v>0.24707543252595157</c:v>
              </c:pt>
              <c:pt idx="135">
                <c:v>0.7115544783071601</c:v>
              </c:pt>
              <c:pt idx="136">
                <c:v>0.3756318685121108</c:v>
              </c:pt>
              <c:pt idx="137">
                <c:v>0.16508462679189323</c:v>
              </c:pt>
              <c:pt idx="138">
                <c:v>0.10670141291810842</c:v>
              </c:pt>
              <c:pt idx="139">
                <c:v>0.2833217416378316</c:v>
              </c:pt>
              <c:pt idx="140">
                <c:v>0.4995127450980393</c:v>
              </c:pt>
              <c:pt idx="141">
                <c:v>0.4975824682814303</c:v>
              </c:pt>
              <c:pt idx="142">
                <c:v>0.11163434256055364</c:v>
              </c:pt>
              <c:pt idx="143">
                <c:v>0.020607167348222714</c:v>
              </c:pt>
              <c:pt idx="144">
                <c:v>0.2903545784838</c:v>
              </c:pt>
              <c:pt idx="145">
                <c:v>0.568016124567474</c:v>
              </c:pt>
              <c:pt idx="146">
                <c:v>0.803638581314879</c:v>
              </c:pt>
              <c:pt idx="147">
                <c:v>0.383573578843302</c:v>
              </c:pt>
              <c:pt idx="148">
                <c:v>0.4204786332179931</c:v>
              </c:pt>
              <c:pt idx="149">
                <c:v>0.2342069204152249</c:v>
              </c:pt>
              <c:pt idx="150">
                <c:v>0.3905593425605536</c:v>
              </c:pt>
              <c:pt idx="151">
                <c:v>0.3581735870818916</c:v>
              </c:pt>
              <c:pt idx="152">
                <c:v>0.42659117647058825</c:v>
              </c:pt>
              <c:pt idx="153">
                <c:v>1.0082479238754325</c:v>
              </c:pt>
              <c:pt idx="154">
                <c:v>0.15056159169550173</c:v>
              </c:pt>
              <c:pt idx="155">
                <c:v>0.2601048010380623</c:v>
              </c:pt>
              <c:pt idx="156">
                <c:v>0.13544108996539794</c:v>
              </c:pt>
              <c:pt idx="157">
                <c:v>0.13737136678200693</c:v>
              </c:pt>
              <c:pt idx="158">
                <c:v>0.5629974048442906</c:v>
              </c:pt>
              <c:pt idx="159">
                <c:v>0.4829445357554787</c:v>
              </c:pt>
              <c:pt idx="160">
                <c:v>0.1811243079584775</c:v>
              </c:pt>
              <c:pt idx="161">
                <c:v>0.6310718339100347</c:v>
              </c:pt>
              <c:pt idx="162">
                <c:v>0.19817508650519033</c:v>
              </c:pt>
              <c:pt idx="163">
                <c:v>0.34762530670022024</c:v>
              </c:pt>
              <c:pt idx="164">
                <c:v>0.16021297577854673</c:v>
              </c:pt>
              <c:pt idx="165">
                <c:v>0.5200487456747405</c:v>
              </c:pt>
              <c:pt idx="166">
                <c:v>0.6358653546712802</c:v>
              </c:pt>
              <c:pt idx="167">
                <c:v>0.25176324765200203</c:v>
              </c:pt>
              <c:pt idx="168">
                <c:v>0.8928602652825836</c:v>
              </c:pt>
              <c:pt idx="169">
                <c:v>0.29919290657439446</c:v>
              </c:pt>
              <c:pt idx="170">
                <c:v>0.1520322787938705</c:v>
              </c:pt>
              <c:pt idx="171">
                <c:v>0.20718304498269896</c:v>
              </c:pt>
              <c:pt idx="172">
                <c:v>0.8320297361591695</c:v>
              </c:pt>
              <c:pt idx="173">
                <c:v>0.6824600922722032</c:v>
              </c:pt>
              <c:pt idx="174">
                <c:v>0.316493906189927</c:v>
              </c:pt>
              <c:pt idx="175">
                <c:v>0.0753727137913989</c:v>
              </c:pt>
              <c:pt idx="176">
                <c:v>1.2882095540176854</c:v>
              </c:pt>
              <c:pt idx="177">
                <c:v>0.40783991596638663</c:v>
              </c:pt>
              <c:pt idx="178">
                <c:v>0.06381173442906575</c:v>
              </c:pt>
              <c:pt idx="179">
                <c:v>0.12265300605536333</c:v>
              </c:pt>
              <c:pt idx="180">
                <c:v>0.11505254108996538</c:v>
              </c:pt>
              <c:pt idx="181">
                <c:v>0.6169293391003461</c:v>
              </c:pt>
              <c:pt idx="182">
                <c:v>0.21686660034602073</c:v>
              </c:pt>
              <c:pt idx="183">
                <c:v>0.3607511890531614</c:v>
              </c:pt>
              <c:pt idx="184">
                <c:v>0.10513574394463666</c:v>
              </c:pt>
              <c:pt idx="185">
                <c:v>0.254933267733564</c:v>
              </c:pt>
              <c:pt idx="186">
                <c:v>0.15337121683967705</c:v>
              </c:pt>
              <c:pt idx="187">
                <c:v>0.22236834886307472</c:v>
              </c:pt>
              <c:pt idx="188">
                <c:v>0.14508603979238757</c:v>
              </c:pt>
              <c:pt idx="189">
                <c:v>0.3439154901384084</c:v>
              </c:pt>
              <c:pt idx="190">
                <c:v>0.3007931060553634</c:v>
              </c:pt>
              <c:pt idx="191">
                <c:v>0.15025743521997037</c:v>
              </c:pt>
              <c:pt idx="192">
                <c:v>0.236651937716263</c:v>
              </c:pt>
              <c:pt idx="193">
                <c:v>0.4194845406574395</c:v>
              </c:pt>
              <c:pt idx="194">
                <c:v>0.6491874818339101</c:v>
              </c:pt>
              <c:pt idx="195">
                <c:v>0.7650330449826992</c:v>
              </c:pt>
              <c:pt idx="196">
                <c:v>0.21742270390509144</c:v>
              </c:pt>
              <c:pt idx="197">
                <c:v>0.8669838321799308</c:v>
              </c:pt>
              <c:pt idx="198">
                <c:v>0.11243862456747407</c:v>
              </c:pt>
              <c:pt idx="199">
                <c:v>1.5268972188581313</c:v>
              </c:pt>
              <c:pt idx="200">
                <c:v>0.7447651384083046</c:v>
              </c:pt>
              <c:pt idx="201">
                <c:v>0.38887473733878575</c:v>
              </c:pt>
              <c:pt idx="202">
                <c:v>0.25693914705882354</c:v>
              </c:pt>
              <c:pt idx="203">
                <c:v>0.8957610423875434</c:v>
              </c:pt>
              <c:pt idx="204">
                <c:v>0.7641644204152249</c:v>
              </c:pt>
              <c:pt idx="205">
                <c:v>0.9926540447355414</c:v>
              </c:pt>
              <c:pt idx="206">
                <c:v>0.5247319649036086</c:v>
              </c:pt>
              <c:pt idx="207">
                <c:v>1.6297327162629762</c:v>
              </c:pt>
              <c:pt idx="208">
                <c:v>0.5532173356401385</c:v>
              </c:pt>
              <c:pt idx="209">
                <c:v>0.44014600922722025</c:v>
              </c:pt>
              <c:pt idx="210">
                <c:v>0.4236001665842808</c:v>
              </c:pt>
              <c:pt idx="211">
                <c:v>0.18421275086505187</c:v>
              </c:pt>
              <c:pt idx="212">
                <c:v>1.5766699915067635</c:v>
              </c:pt>
              <c:pt idx="213">
                <c:v>1.185646212645486</c:v>
              </c:pt>
              <c:pt idx="214">
                <c:v>0.19592309688581316</c:v>
              </c:pt>
              <c:pt idx="215">
                <c:v>0.8468446107266437</c:v>
              </c:pt>
              <c:pt idx="216">
                <c:v>0.3961663371230845</c:v>
              </c:pt>
              <c:pt idx="217">
                <c:v>0.834844723183391</c:v>
              </c:pt>
              <c:pt idx="218">
                <c:v>0.19817508650519033</c:v>
              </c:pt>
              <c:pt idx="219">
                <c:v>1.4221153589965398</c:v>
              </c:pt>
              <c:pt idx="220">
                <c:v>0.6866718490484429</c:v>
              </c:pt>
              <c:pt idx="221">
                <c:v>0.284008062283737</c:v>
              </c:pt>
              <c:pt idx="222">
                <c:v>0.4666122491349482</c:v>
              </c:pt>
              <c:pt idx="223">
                <c:v>0.6639450330292546</c:v>
              </c:pt>
              <c:pt idx="224">
                <c:v>0.49781839100346026</c:v>
              </c:pt>
              <c:pt idx="225">
                <c:v>0.15344551717745922</c:v>
              </c:pt>
              <c:pt idx="226">
                <c:v>0.44902742733564016</c:v>
              </c:pt>
              <c:pt idx="227">
                <c:v>0.15206720761245676</c:v>
              </c:pt>
              <c:pt idx="228">
                <c:v>0.10742794766435985</c:v>
              </c:pt>
              <c:pt idx="229">
                <c:v>0.36726733564013847</c:v>
              </c:pt>
              <c:pt idx="230">
                <c:v>0.4983009602076126</c:v>
              </c:pt>
              <c:pt idx="231">
                <c:v>0.09099467896962707</c:v>
              </c:pt>
              <c:pt idx="232">
                <c:v>0.5190433931660899</c:v>
              </c:pt>
              <c:pt idx="233">
                <c:v>0.4791498566485418</c:v>
              </c:pt>
              <c:pt idx="234">
                <c:v>0.8078032997798051</c:v>
              </c:pt>
              <c:pt idx="235">
                <c:v>0.634160276816609</c:v>
              </c:pt>
              <c:pt idx="236">
                <c:v>0.915015553633218</c:v>
              </c:pt>
              <c:pt idx="237">
                <c:v>1.114445320069204</c:v>
              </c:pt>
              <c:pt idx="238">
                <c:v>0.208405553633218</c:v>
              </c:pt>
              <c:pt idx="239">
                <c:v>0.15245969723183392</c:v>
              </c:pt>
              <c:pt idx="240">
                <c:v>0.9002553702422145</c:v>
              </c:pt>
              <c:pt idx="241">
                <c:v>0.1908786401384083</c:v>
              </c:pt>
              <c:pt idx="242">
                <c:v>1.0253844925028837</c:v>
              </c:pt>
              <c:pt idx="243">
                <c:v>0.8277026989619378</c:v>
              </c:pt>
              <c:pt idx="244">
                <c:v>0.4728476281849639</c:v>
              </c:pt>
              <c:pt idx="245">
                <c:v>0.17586966551326416</c:v>
              </c:pt>
              <c:pt idx="246">
                <c:v>1.4657544751194596</c:v>
              </c:pt>
              <c:pt idx="247">
                <c:v>0.40336351211072674</c:v>
              </c:pt>
              <c:pt idx="248">
                <c:v>0.21929782995551164</c:v>
              </c:pt>
              <c:pt idx="249">
                <c:v>0.36652096193771627</c:v>
              </c:pt>
              <c:pt idx="250">
                <c:v>0.32057072231833916</c:v>
              </c:pt>
              <c:pt idx="251">
                <c:v>0.11918540163124072</c:v>
              </c:pt>
              <c:pt idx="252">
                <c:v>4.060877761245674</c:v>
              </c:pt>
              <c:pt idx="253">
                <c:v>0.6163159400230681</c:v>
              </c:pt>
              <c:pt idx="254">
                <c:v>0.23268414648212227</c:v>
              </c:pt>
              <c:pt idx="255">
                <c:v>0.3529481912551117</c:v>
              </c:pt>
              <c:pt idx="256">
                <c:v>0.21035727797001155</c:v>
              </c:pt>
              <c:pt idx="257">
                <c:v>0.46184124826989625</c:v>
              </c:pt>
              <c:pt idx="258">
                <c:v>0.3571012110726644</c:v>
              </c:pt>
              <c:pt idx="259">
                <c:v>0.24209135879691243</c:v>
              </c:pt>
              <c:pt idx="260">
                <c:v>0.038283823529411766</c:v>
              </c:pt>
              <c:pt idx="261">
                <c:v>0.7448008842752789</c:v>
              </c:pt>
              <c:pt idx="262">
                <c:v>0.8570911634948097</c:v>
              </c:pt>
              <c:pt idx="263">
                <c:v>0.14819700259515572</c:v>
              </c:pt>
              <c:pt idx="264">
                <c:v>0.05236519290657439</c:v>
              </c:pt>
              <c:pt idx="265">
                <c:v>0.16997695934256057</c:v>
              </c:pt>
              <c:pt idx="266">
                <c:v>0.49478043225978174</c:v>
              </c:pt>
              <c:pt idx="267">
                <c:v>0.43772243944636685</c:v>
              </c:pt>
              <c:pt idx="268">
                <c:v>0.3539805968858131</c:v>
              </c:pt>
              <c:pt idx="269">
                <c:v>0.1613228849480969</c:v>
              </c:pt>
              <c:pt idx="270">
                <c:v>1.213758062283737</c:v>
              </c:pt>
              <c:pt idx="271">
                <c:v>0.20224475346020762</c:v>
              </c:pt>
              <c:pt idx="272">
                <c:v>2.489992750865052</c:v>
              </c:pt>
              <c:pt idx="273">
                <c:v>0.6923259515570935</c:v>
              </c:pt>
              <c:pt idx="274">
                <c:v>0.08960130507497117</c:v>
              </c:pt>
              <c:pt idx="275">
                <c:v>0.09911328027681664</c:v>
              </c:pt>
              <c:pt idx="276">
                <c:v>2.903390485294118</c:v>
              </c:pt>
              <c:pt idx="277">
                <c:v>0.16545689446366782</c:v>
              </c:pt>
              <c:pt idx="278">
                <c:v>0.14973683705567792</c:v>
              </c:pt>
              <c:pt idx="279">
                <c:v>0.15836848904267592</c:v>
              </c:pt>
              <c:pt idx="280">
                <c:v>0.3511816955017301</c:v>
              </c:pt>
              <c:pt idx="281">
                <c:v>0.6312648615916956</c:v>
              </c:pt>
              <c:pt idx="282">
                <c:v>0.2358476557093426</c:v>
              </c:pt>
              <c:pt idx="283">
                <c:v>0.39012324298346795</c:v>
              </c:pt>
              <c:pt idx="284">
                <c:v>0.7532342279411764</c:v>
              </c:pt>
              <c:pt idx="285">
                <c:v>0.8566021600346021</c:v>
              </c:pt>
              <c:pt idx="286">
                <c:v>0.2531450807381776</c:v>
              </c:pt>
              <c:pt idx="287">
                <c:v>1.063067785467128</c:v>
              </c:pt>
              <c:pt idx="288">
                <c:v>0.3997603287197232</c:v>
              </c:pt>
              <c:pt idx="289">
                <c:v>0.4932071741637831</c:v>
              </c:pt>
              <c:pt idx="290">
                <c:v>0.23253401384083044</c:v>
              </c:pt>
              <c:pt idx="291">
                <c:v>0.06147256064013842</c:v>
              </c:pt>
              <c:pt idx="292">
                <c:v>0.5303650028835064</c:v>
              </c:pt>
              <c:pt idx="293">
                <c:v>0.12677414705882353</c:v>
              </c:pt>
              <c:pt idx="294">
                <c:v>0.12072941096619645</c:v>
              </c:pt>
              <c:pt idx="295">
                <c:v>0.3362132761874803</c:v>
              </c:pt>
              <c:pt idx="296">
                <c:v>0.4527271245674741</c:v>
              </c:pt>
              <c:pt idx="297">
                <c:v>0.45500485121107276</c:v>
              </c:pt>
              <c:pt idx="298">
                <c:v>0.3920713927335641</c:v>
              </c:pt>
              <c:pt idx="299">
                <c:v>0.24949900230680508</c:v>
              </c:pt>
              <c:pt idx="300">
                <c:v>0.7745235726643599</c:v>
              </c:pt>
              <c:pt idx="301">
                <c:v>0.032686020761245674</c:v>
              </c:pt>
              <c:pt idx="302">
                <c:v>1.0397114359861592</c:v>
              </c:pt>
              <c:pt idx="303">
                <c:v>0.0569860611303345</c:v>
              </c:pt>
              <c:pt idx="304">
                <c:v>0.02124734332948865</c:v>
              </c:pt>
              <c:pt idx="305">
                <c:v>0.5813993771626299</c:v>
              </c:pt>
              <c:pt idx="306">
                <c:v>0.44595828719723185</c:v>
              </c:pt>
              <c:pt idx="307">
                <c:v>0.050777004036908886</c:v>
              </c:pt>
              <c:pt idx="308">
                <c:v>0.3148710438292964</c:v>
              </c:pt>
              <c:pt idx="309">
                <c:v>0.21436528330449833</c:v>
              </c:pt>
              <c:pt idx="310">
                <c:v>0.08351664359861592</c:v>
              </c:pt>
              <c:pt idx="311">
                <c:v>0.7420909007352942</c:v>
              </c:pt>
              <c:pt idx="312">
                <c:v>1.3741962370242216</c:v>
              </c:pt>
              <c:pt idx="313">
                <c:v>0.12199349480968856</c:v>
              </c:pt>
              <c:pt idx="314">
                <c:v>0.15697440023068052</c:v>
              </c:pt>
              <c:pt idx="315">
                <c:v>0.24025512110726643</c:v>
              </c:pt>
              <c:pt idx="316">
                <c:v>0.18524223183391003</c:v>
              </c:pt>
              <c:pt idx="317">
                <c:v>0.18628458131487888</c:v>
              </c:pt>
              <c:pt idx="318">
                <c:v>0.06017867770637668</c:v>
              </c:pt>
              <c:pt idx="319">
                <c:v>1.0428106026528259</c:v>
              </c:pt>
              <c:pt idx="320">
                <c:v>0.5569492041522491</c:v>
              </c:pt>
              <c:pt idx="321">
                <c:v>0.28544504613610155</c:v>
              </c:pt>
              <c:pt idx="322">
                <c:v>0.5218825086505191</c:v>
              </c:pt>
              <c:pt idx="323">
                <c:v>0.3309942171280278</c:v>
              </c:pt>
              <c:pt idx="324">
                <c:v>4.904842582797825</c:v>
              </c:pt>
              <c:pt idx="325">
                <c:v>0.9591545501730105</c:v>
              </c:pt>
              <c:pt idx="326">
                <c:v>0.3169069084375833</c:v>
              </c:pt>
              <c:pt idx="327">
                <c:v>0.20499539792387544</c:v>
              </c:pt>
              <c:pt idx="328">
                <c:v>0.97189437716263</c:v>
              </c:pt>
              <c:pt idx="329">
                <c:v>0.31001164854176966</c:v>
              </c:pt>
              <c:pt idx="330">
                <c:v>0.17507610726643602</c:v>
              </c:pt>
              <c:pt idx="331">
                <c:v>0.14380562283737022</c:v>
              </c:pt>
              <c:pt idx="332">
                <c:v>0.2928069074394464</c:v>
              </c:pt>
              <c:pt idx="333">
                <c:v>0.3031178027681661</c:v>
              </c:pt>
              <c:pt idx="334">
                <c:v>0.15243103554576912</c:v>
              </c:pt>
              <c:pt idx="335">
                <c:v>0.11963373140138411</c:v>
              </c:pt>
              <c:pt idx="336">
                <c:v>0.07780945847750864</c:v>
              </c:pt>
              <c:pt idx="337">
                <c:v>0.27163820501730107</c:v>
              </c:pt>
              <c:pt idx="338">
                <c:v>1.7455606798290253</c:v>
              </c:pt>
              <c:pt idx="339">
                <c:v>0.1591513235294118</c:v>
              </c:pt>
              <c:pt idx="340">
                <c:v>0.6134955911188005</c:v>
              </c:pt>
              <c:pt idx="341">
                <c:v>0.2287056314878893</c:v>
              </c:pt>
              <c:pt idx="342">
                <c:v>0.6046153428751179</c:v>
              </c:pt>
              <c:pt idx="343">
                <c:v>0.25231935121107274</c:v>
              </c:pt>
              <c:pt idx="344">
                <c:v>0.2474614878892734</c:v>
              </c:pt>
              <c:pt idx="345">
                <c:v>0.25473702292387546</c:v>
              </c:pt>
              <c:pt idx="346">
                <c:v>0.9376987809422411</c:v>
              </c:pt>
              <c:pt idx="347">
                <c:v>0.6222371054032474</c:v>
              </c:pt>
              <c:pt idx="348">
                <c:v>0.14969296712802765</c:v>
              </c:pt>
              <c:pt idx="349">
                <c:v>0.2816273875432526</c:v>
              </c:pt>
              <c:pt idx="350">
                <c:v>0.4916736764705883</c:v>
              </c:pt>
              <c:pt idx="351">
                <c:v>0.10630034429065745</c:v>
              </c:pt>
              <c:pt idx="352">
                <c:v>1.6424876826786081</c:v>
              </c:pt>
              <c:pt idx="353">
                <c:v>0.5304400692041523</c:v>
              </c:pt>
              <c:pt idx="354">
                <c:v>0.48839220588235294</c:v>
              </c:pt>
              <c:pt idx="355">
                <c:v>0.33265103806228374</c:v>
              </c:pt>
              <c:pt idx="356">
                <c:v>0.31991121107266435</c:v>
              </c:pt>
              <c:pt idx="357">
                <c:v>0.4286869055857638</c:v>
              </c:pt>
              <c:pt idx="358">
                <c:v>0.5115175070776975</c:v>
              </c:pt>
              <c:pt idx="359">
                <c:v>0.589818353739686</c:v>
              </c:pt>
              <c:pt idx="360">
                <c:v>0.19412150519031146</c:v>
              </c:pt>
              <c:pt idx="361">
                <c:v>0.9891596309111881</c:v>
              </c:pt>
              <c:pt idx="362">
                <c:v>0.4689929238754325</c:v>
              </c:pt>
              <c:pt idx="363">
                <c:v>2.4271944117647064</c:v>
              </c:pt>
              <c:pt idx="364">
                <c:v>1.7666904522985665</c:v>
              </c:pt>
              <c:pt idx="365">
                <c:v>0.08534581067721204</c:v>
              </c:pt>
              <c:pt idx="366">
                <c:v>0.7091300836216841</c:v>
              </c:pt>
              <c:pt idx="367">
                <c:v>0.9348008910034604</c:v>
              </c:pt>
              <c:pt idx="368">
                <c:v>0.08112677706376668</c:v>
              </c:pt>
              <c:pt idx="369">
                <c:v>0.17521092025045312</c:v>
              </c:pt>
              <c:pt idx="370">
                <c:v>0.5204669723183392</c:v>
              </c:pt>
              <c:pt idx="371">
                <c:v>0.7548186634948096</c:v>
              </c:pt>
              <c:pt idx="372">
                <c:v>0.1429279243190489</c:v>
              </c:pt>
              <c:pt idx="373">
                <c:v>0.050360427202555236</c:v>
              </c:pt>
              <c:pt idx="374">
                <c:v>0.11388633217993079</c:v>
              </c:pt>
              <c:pt idx="375">
                <c:v>0.19530724666337124</c:v>
              </c:pt>
              <c:pt idx="376">
                <c:v>0.27424944059976936</c:v>
              </c:pt>
              <c:pt idx="377">
                <c:v>0.3249942733564014</c:v>
              </c:pt>
              <c:pt idx="378">
                <c:v>0.17173029411764706</c:v>
              </c:pt>
              <c:pt idx="379">
                <c:v>0.3211658910034602</c:v>
              </c:pt>
              <c:pt idx="380">
                <c:v>0.3095198875432526</c:v>
              </c:pt>
              <c:pt idx="381">
                <c:v>0.297005259515571</c:v>
              </c:pt>
              <c:pt idx="382">
                <c:v>0.15272993598615922</c:v>
              </c:pt>
              <c:pt idx="383">
                <c:v>0.17785570588235292</c:v>
              </c:pt>
              <c:pt idx="384">
                <c:v>0.6805512629757786</c:v>
              </c:pt>
              <c:pt idx="385">
                <c:v>0.6396937370242216</c:v>
              </c:pt>
              <c:pt idx="386">
                <c:v>0.6951377214532873</c:v>
              </c:pt>
              <c:pt idx="387">
                <c:v>0.46555560130718954</c:v>
              </c:pt>
              <c:pt idx="388">
                <c:v>0.14378953719723184</c:v>
              </c:pt>
              <c:pt idx="389">
                <c:v>0.4738131008403362</c:v>
              </c:pt>
              <c:pt idx="390">
                <c:v>0.17188310769896192</c:v>
              </c:pt>
              <c:pt idx="391">
                <c:v>0.23858599938937514</c:v>
              </c:pt>
              <c:pt idx="392">
                <c:v>0.3698410380622837</c:v>
              </c:pt>
              <c:pt idx="393">
                <c:v>0.23542942906574396</c:v>
              </c:pt>
              <c:pt idx="394">
                <c:v>0.1146230544982699</c:v>
              </c:pt>
              <c:pt idx="395">
                <c:v>0.41636070934256064</c:v>
              </c:pt>
              <c:pt idx="396">
                <c:v>0.5933027508650518</c:v>
              </c:pt>
              <c:pt idx="397">
                <c:v>0.20969240484429066</c:v>
              </c:pt>
              <c:pt idx="398">
                <c:v>0.7275535034602078</c:v>
              </c:pt>
              <c:pt idx="399">
                <c:v>0.3311167154644664</c:v>
              </c:pt>
              <c:pt idx="400">
                <c:v>0.18572480103806233</c:v>
              </c:pt>
              <c:pt idx="401">
                <c:v>0.2552101705388038</c:v>
              </c:pt>
              <c:pt idx="402">
                <c:v>0.11583269463667821</c:v>
              </c:pt>
              <c:pt idx="403">
                <c:v>0.38727072279892355</c:v>
              </c:pt>
              <c:pt idx="404">
                <c:v>0.1168718269896194</c:v>
              </c:pt>
              <c:pt idx="405">
                <c:v>0.5179927083988676</c:v>
              </c:pt>
              <c:pt idx="406">
                <c:v>0.1384222952710496</c:v>
              </c:pt>
              <c:pt idx="407">
                <c:v>0.10508059317844785</c:v>
              </c:pt>
              <c:pt idx="408">
                <c:v>0.26087691176470595</c:v>
              </c:pt>
              <c:pt idx="409">
                <c:v>0.06353368264953041</c:v>
              </c:pt>
              <c:pt idx="410">
                <c:v>0.36971235294117644</c:v>
              </c:pt>
              <c:pt idx="411">
                <c:v>0.0945192214532872</c:v>
              </c:pt>
              <c:pt idx="412">
                <c:v>0.09651384083044982</c:v>
              </c:pt>
              <c:pt idx="413">
                <c:v>0.40648412629757785</c:v>
              </c:pt>
              <c:pt idx="414">
                <c:v>0.3593532006920415</c:v>
              </c:pt>
              <c:pt idx="415">
                <c:v>0.19225557093425608</c:v>
              </c:pt>
              <c:pt idx="416">
                <c:v>0.3151999058054594</c:v>
              </c:pt>
              <c:pt idx="417">
                <c:v>0.48492843137254893</c:v>
              </c:pt>
              <c:pt idx="418">
                <c:v>0.9261146453287198</c:v>
              </c:pt>
              <c:pt idx="419">
                <c:v>0.11761820069204151</c:v>
              </c:pt>
              <c:pt idx="420">
                <c:v>0.1156843492887351</c:v>
              </c:pt>
              <c:pt idx="421">
                <c:v>0.2601863016147636</c:v>
              </c:pt>
              <c:pt idx="422">
                <c:v>0.14479649826989624</c:v>
              </c:pt>
              <c:pt idx="423">
                <c:v>0.3845111418685122</c:v>
              </c:pt>
              <c:pt idx="424">
                <c:v>0.18455376643598617</c:v>
              </c:pt>
              <c:pt idx="425">
                <c:v>0.5582923551038063</c:v>
              </c:pt>
              <c:pt idx="426">
                <c:v>0.4655421307594246</c:v>
              </c:pt>
              <c:pt idx="427">
                <c:v>1.6296469261822375</c:v>
              </c:pt>
              <c:pt idx="428">
                <c:v>0.0720922645136486</c:v>
              </c:pt>
              <c:pt idx="429">
                <c:v>0.8821824641621357</c:v>
              </c:pt>
              <c:pt idx="430">
                <c:v>0.15834704152249132</c:v>
              </c:pt>
              <c:pt idx="431">
                <c:v>0.7550227723952329</c:v>
              </c:pt>
              <c:pt idx="432">
                <c:v>2.2382703556324497</c:v>
              </c:pt>
              <c:pt idx="433">
                <c:v>1.3342073356401383</c:v>
              </c:pt>
              <c:pt idx="434">
                <c:v>0.2358798269896194</c:v>
              </c:pt>
              <c:pt idx="435">
                <c:v>0.18566045847750864</c:v>
              </c:pt>
              <c:pt idx="436">
                <c:v>0.6298458156653035</c:v>
              </c:pt>
              <c:pt idx="437">
                <c:v>0.8220430283470854</c:v>
              </c:pt>
              <c:pt idx="438">
                <c:v>0.19717134256055366</c:v>
              </c:pt>
              <c:pt idx="439">
                <c:v>0.33276899942329874</c:v>
              </c:pt>
              <c:pt idx="440">
                <c:v>0.7525988451557095</c:v>
              </c:pt>
              <c:pt idx="441">
                <c:v>0.656969714532872</c:v>
              </c:pt>
              <c:pt idx="442">
                <c:v>0.7404541868512111</c:v>
              </c:pt>
              <c:pt idx="443">
                <c:v>0.4251756401384083</c:v>
              </c:pt>
              <c:pt idx="444">
                <c:v>1.5603714359861593</c:v>
              </c:pt>
              <c:pt idx="445">
                <c:v>0.3191391003460208</c:v>
              </c:pt>
              <c:pt idx="446">
                <c:v>0.4481861483564014</c:v>
              </c:pt>
              <c:pt idx="447">
                <c:v>0.023310390509144834</c:v>
              </c:pt>
              <c:pt idx="448">
                <c:v>0.5536861171527434</c:v>
              </c:pt>
              <c:pt idx="449">
                <c:v>0.6104741717128029</c:v>
              </c:pt>
              <c:pt idx="450">
                <c:v>0.40059678200692045</c:v>
              </c:pt>
              <c:pt idx="451">
                <c:v>1.203945821799308</c:v>
              </c:pt>
              <c:pt idx="452">
                <c:v>0.3709992041522492</c:v>
              </c:pt>
              <c:pt idx="453">
                <c:v>0.5677389566143198</c:v>
              </c:pt>
              <c:pt idx="454">
                <c:v>1.5564787110726646</c:v>
              </c:pt>
              <c:pt idx="455">
                <c:v>0.14410588811995387</c:v>
              </c:pt>
              <c:pt idx="456">
                <c:v>0.2789491284602077</c:v>
              </c:pt>
              <c:pt idx="457">
                <c:v>0.1897747056351953</c:v>
              </c:pt>
              <c:pt idx="458">
                <c:v>0.28626924369747897</c:v>
              </c:pt>
              <c:pt idx="459">
                <c:v>0.29047448961937716</c:v>
              </c:pt>
              <c:pt idx="460">
                <c:v>0.5154482525951558</c:v>
              </c:pt>
              <c:pt idx="461">
                <c:v>0.23261980392156867</c:v>
              </c:pt>
              <c:pt idx="462">
                <c:v>0.19785337370242218</c:v>
              </c:pt>
              <c:pt idx="463">
                <c:v>0.6042892430795848</c:v>
              </c:pt>
              <c:pt idx="464">
                <c:v>0.4339380245098039</c:v>
              </c:pt>
              <c:pt idx="465">
                <c:v>0.23338762514417535</c:v>
              </c:pt>
              <c:pt idx="466">
                <c:v>0.12771998269896193</c:v>
              </c:pt>
              <c:pt idx="467">
                <c:v>0.9325108807801198</c:v>
              </c:pt>
              <c:pt idx="468">
                <c:v>0.49682337926347014</c:v>
              </c:pt>
              <c:pt idx="469">
                <c:v>0.6796719146482122</c:v>
              </c:pt>
              <c:pt idx="470">
                <c:v>0.38182407398253426</c:v>
              </c:pt>
              <c:pt idx="471">
                <c:v>0.14203160652496294</c:v>
              </c:pt>
              <c:pt idx="472">
                <c:v>0.26608865916955016</c:v>
              </c:pt>
              <c:pt idx="473">
                <c:v>0.2602227623990773</c:v>
              </c:pt>
              <c:pt idx="474">
                <c:v>0.7035215570934257</c:v>
              </c:pt>
              <c:pt idx="475">
                <c:v>0.6987602076124566</c:v>
              </c:pt>
              <c:pt idx="476">
                <c:v>0.6377312889273357</c:v>
              </c:pt>
              <c:pt idx="477">
                <c:v>0.17863639561707034</c:v>
              </c:pt>
              <c:pt idx="478">
                <c:v>0.3486482071799309</c:v>
              </c:pt>
              <c:pt idx="479">
                <c:v>0.15849717416378314</c:v>
              </c:pt>
              <c:pt idx="480">
                <c:v>0.6847270951557094</c:v>
              </c:pt>
              <c:pt idx="481">
                <c:v>0.5967772491349481</c:v>
              </c:pt>
              <c:pt idx="482">
                <c:v>0.35304762975778553</c:v>
              </c:pt>
              <c:pt idx="483">
                <c:v>0.3352676355247982</c:v>
              </c:pt>
              <c:pt idx="484">
                <c:v>0.9244417387543252</c:v>
              </c:pt>
              <c:pt idx="485">
                <c:v>0.3679751038062284</c:v>
              </c:pt>
              <c:pt idx="486">
                <c:v>1.002601864186851</c:v>
              </c:pt>
              <c:pt idx="487">
                <c:v>0.3284526859861591</c:v>
              </c:pt>
              <c:pt idx="488">
                <c:v>0.3310424740484429</c:v>
              </c:pt>
              <c:pt idx="489">
                <c:v>0.5516806838998575</c:v>
              </c:pt>
              <c:pt idx="490">
                <c:v>0.36884372837370244</c:v>
              </c:pt>
              <c:pt idx="491">
                <c:v>0.25371558477508654</c:v>
              </c:pt>
              <c:pt idx="492">
                <c:v>0.22109273670965712</c:v>
              </c:pt>
              <c:pt idx="493">
                <c:v>0.599881777681661</c:v>
              </c:pt>
              <c:pt idx="494">
                <c:v>0.4042964792387544</c:v>
              </c:pt>
              <c:pt idx="495">
                <c:v>0.2847801730103807</c:v>
              </c:pt>
              <c:pt idx="496">
                <c:v>0.16899930988081507</c:v>
              </c:pt>
              <c:pt idx="497">
                <c:v>0.8044106920415225</c:v>
              </c:pt>
              <c:pt idx="498">
                <c:v>1.1811283412629758</c:v>
              </c:pt>
              <c:pt idx="499">
                <c:v>0.07568829873125721</c:v>
              </c:pt>
              <c:pt idx="500">
                <c:v>0.7966400904977378</c:v>
              </c:pt>
              <c:pt idx="501">
                <c:v>0.7810336610232329</c:v>
              </c:pt>
              <c:pt idx="502">
                <c:v>0.4875189854176965</c:v>
              </c:pt>
              <c:pt idx="503">
                <c:v>0.1669367733564014</c:v>
              </c:pt>
              <c:pt idx="504">
                <c:v>0.39663167171280284</c:v>
              </c:pt>
              <c:pt idx="505">
                <c:v>0.46102088062283747</c:v>
              </c:pt>
              <c:pt idx="506">
                <c:v>0.13317990855165598</c:v>
              </c:pt>
              <c:pt idx="507">
                <c:v>0.5562463854138942</c:v>
              </c:pt>
              <c:pt idx="508">
                <c:v>1.0091379959630913</c:v>
              </c:pt>
              <c:pt idx="509">
                <c:v>0.9832025821799308</c:v>
              </c:pt>
              <c:pt idx="510">
                <c:v>0.37387531660899653</c:v>
              </c:pt>
              <c:pt idx="511">
                <c:v>0.04648106574394464</c:v>
              </c:pt>
              <c:pt idx="512">
                <c:v>0.24218539792387542</c:v>
              </c:pt>
              <c:pt idx="513">
                <c:v>0.0346806401384083</c:v>
              </c:pt>
              <c:pt idx="514">
                <c:v>0.7652421583044984</c:v>
              </c:pt>
              <c:pt idx="515">
                <c:v>0.04568321799307959</c:v>
              </c:pt>
              <c:pt idx="516">
                <c:v>0.365830351787774</c:v>
              </c:pt>
              <c:pt idx="517">
                <c:v>0.4758614922145329</c:v>
              </c:pt>
              <c:pt idx="518">
                <c:v>0.23185382105783492</c:v>
              </c:pt>
              <c:pt idx="519">
                <c:v>0.14966079584775088</c:v>
              </c:pt>
              <c:pt idx="520">
                <c:v>0.261463418951291</c:v>
              </c:pt>
              <c:pt idx="521">
                <c:v>0.1875843010380623</c:v>
              </c:pt>
              <c:pt idx="522">
                <c:v>0.2177352249134948</c:v>
              </c:pt>
              <c:pt idx="523">
                <c:v>0.6258049357390014</c:v>
              </c:pt>
              <c:pt idx="524">
                <c:v>0.7456802326028451</c:v>
              </c:pt>
              <c:pt idx="525">
                <c:v>0.18325833621683968</c:v>
              </c:pt>
              <c:pt idx="526">
                <c:v>0.22901662053056515</c:v>
              </c:pt>
              <c:pt idx="527">
                <c:v>0.4477984844290658</c:v>
              </c:pt>
              <c:pt idx="528">
                <c:v>0.32931809342560553</c:v>
              </c:pt>
              <c:pt idx="529">
                <c:v>0.1648456401384083</c:v>
              </c:pt>
              <c:pt idx="530">
                <c:v>0.26860445328719723</c:v>
              </c:pt>
              <c:pt idx="531">
                <c:v>0.21375885467128028</c:v>
              </c:pt>
              <c:pt idx="532">
                <c:v>0.060095951557093436</c:v>
              </c:pt>
              <c:pt idx="533">
                <c:v>0.6380690873702424</c:v>
              </c:pt>
              <c:pt idx="534">
                <c:v>0.3557470146482123</c:v>
              </c:pt>
              <c:pt idx="535">
                <c:v>0.1556703910034602</c:v>
              </c:pt>
              <c:pt idx="536">
                <c:v>0.8004140998517055</c:v>
              </c:pt>
              <c:pt idx="537">
                <c:v>0.29952748788927336</c:v>
              </c:pt>
              <c:pt idx="538">
                <c:v>0.35188946366782015</c:v>
              </c:pt>
              <c:pt idx="539">
                <c:v>0.9972667935409457</c:v>
              </c:pt>
              <c:pt idx="540">
                <c:v>0.29411959316346864</c:v>
              </c:pt>
              <c:pt idx="541">
                <c:v>0.655119865916955</c:v>
              </c:pt>
              <c:pt idx="542">
                <c:v>0.1650386678200692</c:v>
              </c:pt>
              <c:pt idx="543">
                <c:v>0.8102842486406329</c:v>
              </c:pt>
              <c:pt idx="544">
                <c:v>0.28429467914438505</c:v>
              </c:pt>
              <c:pt idx="545">
                <c:v>0.3864285501730105</c:v>
              </c:pt>
              <c:pt idx="546">
                <c:v>0.5131611670336584</c:v>
              </c:pt>
              <c:pt idx="547">
                <c:v>0.11974150519031142</c:v>
              </c:pt>
              <c:pt idx="548">
                <c:v>0.1674561097380129</c:v>
              </c:pt>
              <c:pt idx="549">
                <c:v>0.1496969885380623</c:v>
              </c:pt>
              <c:pt idx="550">
                <c:v>0.2689847893118032</c:v>
              </c:pt>
              <c:pt idx="551">
                <c:v>0.247233071799308</c:v>
              </c:pt>
              <c:pt idx="552">
                <c:v>0.23574309904844293</c:v>
              </c:pt>
              <c:pt idx="553">
                <c:v>0.2311064132785467</c:v>
              </c:pt>
              <c:pt idx="554">
                <c:v>0.25748284169550173</c:v>
              </c:pt>
              <c:pt idx="555">
                <c:v>0.7407839424740486</c:v>
              </c:pt>
              <c:pt idx="556">
                <c:v>0.3502165570934257</c:v>
              </c:pt>
              <c:pt idx="557">
                <c:v>0.691360813148789</c:v>
              </c:pt>
              <c:pt idx="558">
                <c:v>0.09258894463667819</c:v>
              </c:pt>
              <c:pt idx="559">
                <c:v>0.6579210652496293</c:v>
              </c:pt>
              <c:pt idx="560">
                <c:v>0.051152335640138415</c:v>
              </c:pt>
              <c:pt idx="561">
                <c:v>0.051216678200692034</c:v>
              </c:pt>
              <c:pt idx="562">
                <c:v>0.12492966032295273</c:v>
              </c:pt>
              <c:pt idx="563">
                <c:v>0.14360455233564012</c:v>
              </c:pt>
              <c:pt idx="564">
                <c:v>0.01411675778546713</c:v>
              </c:pt>
              <c:pt idx="565">
                <c:v>0.5667292733564013</c:v>
              </c:pt>
              <c:pt idx="566">
                <c:v>0.57715276816609</c:v>
              </c:pt>
              <c:pt idx="567">
                <c:v>0.7468884429065746</c:v>
              </c:pt>
              <c:pt idx="568">
                <c:v>0.10095004590542098</c:v>
              </c:pt>
              <c:pt idx="569">
                <c:v>0.18164333794694348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Runoff, in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34495A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Rainfall, in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34495A"/>
                </a:solidFill>
              </a:defRPr>
            </a:pPr>
          </a:p>
        </c:txPr>
        <c:crossAx val="48672768"/>
        <c:majorUnit val="2"/>
      </c:valAx>
      <c:spPr>
        <a:noFill xmlns:a="http://schemas.openxmlformats.org/drawingml/2006/main"/>
        <a:ln xmlns:a="http://schemas.openxmlformats.org/drawingml/2006/main" w="9525">
          <a:solidFill>
            <a:srgbClr val="C8D8DF"/>
          </a:solidFill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Poor</c:v>
          </c:tx>
          <c:spPr>
            <a:ln xmlns:a="http://schemas.openxmlformats.org/drawingml/2006/main" w="19050">
              <a:solidFill>
                <a:srgbClr val="C85D45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7"/>
              <c:pt idx="0">
                <c:v>2001</c:v>
              </c:pt>
              <c:pt idx="1">
                <c:v>2004</c:v>
              </c:pt>
              <c:pt idx="2">
                <c:v>2007</c:v>
              </c:pt>
              <c:pt idx="3">
                <c:v>2010</c:v>
              </c:pt>
              <c:pt idx="4">
                <c:v>2013</c:v>
              </c:pt>
              <c:pt idx="5">
                <c:v>2016</c:v>
              </c:pt>
              <c:pt idx="6">
                <c:v>2019</c:v>
              </c:pt>
            </c:numLit>
          </c:cat>
          <c:val>
            <c:numLit>
              <c:formatCode>General</c:formatCode>
              <c:ptCount val="7"/>
              <c:pt idx="0">
                <c:v>80.4586</c:v>
              </c:pt>
              <c:pt idx="1">
                <c:v>80.469</c:v>
              </c:pt>
              <c:pt idx="2">
                <c:v>80.502</c:v>
              </c:pt>
              <c:pt idx="3">
                <c:v>80.5198</c:v>
              </c:pt>
              <c:pt idx="4">
                <c:v>80.5587</c:v>
              </c:pt>
              <c:pt idx="5">
                <c:v>80.5994</c:v>
              </c:pt>
              <c:pt idx="6">
                <c:v>80.6309</c:v>
              </c:pt>
            </c:numLit>
          </c:val>
        </c:ser>
        <c:ser>
          <c:idx val="1"/>
          <c:order val="1"/>
          <c:tx>
            <c:v>Fair</c:v>
          </c:tx>
          <c:spPr>
            <a:ln xmlns:a="http://schemas.openxmlformats.org/drawingml/2006/main" w="28575">
              <a:solidFill>
                <a:srgbClr val="087B9C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087B9C"/>
              </a:solidFill>
            </c:spPr>
          </c:marker>
          <c:cat>
            <c:numLit>
              <c:formatCode>General</c:formatCode>
              <c:ptCount val="7"/>
              <c:pt idx="0">
                <c:v>2001</c:v>
              </c:pt>
              <c:pt idx="1">
                <c:v>2004</c:v>
              </c:pt>
              <c:pt idx="2">
                <c:v>2007</c:v>
              </c:pt>
              <c:pt idx="3">
                <c:v>2010</c:v>
              </c:pt>
              <c:pt idx="4">
                <c:v>2013</c:v>
              </c:pt>
              <c:pt idx="5">
                <c:v>2016</c:v>
              </c:pt>
              <c:pt idx="6">
                <c:v>2019</c:v>
              </c:pt>
            </c:numLit>
          </c:cat>
          <c:val>
            <c:numLit>
              <c:formatCode>General</c:formatCode>
              <c:ptCount val="7"/>
              <c:pt idx="0">
                <c:v>75.4914</c:v>
              </c:pt>
              <c:pt idx="1">
                <c:v>75.5693</c:v>
              </c:pt>
              <c:pt idx="2">
                <c:v>75.6357</c:v>
              </c:pt>
              <c:pt idx="3">
                <c:v>75.6826</c:v>
              </c:pt>
              <c:pt idx="4">
                <c:v>75.7123</c:v>
              </c:pt>
              <c:pt idx="5">
                <c:v>75.7491</c:v>
              </c:pt>
              <c:pt idx="6">
                <c:v>75.779</c:v>
              </c:pt>
            </c:numLit>
          </c:val>
        </c:ser>
        <c:ser>
          <c:idx val="2"/>
          <c:order val="2"/>
          <c:tx>
            <c:v>Good</c:v>
          </c:tx>
          <c:spPr>
            <a:ln xmlns:a="http://schemas.openxmlformats.org/drawingml/2006/main" w="19050">
              <a:solidFill>
                <a:srgbClr val="6F9A7C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7"/>
              <c:pt idx="0">
                <c:v>2001</c:v>
              </c:pt>
              <c:pt idx="1">
                <c:v>2004</c:v>
              </c:pt>
              <c:pt idx="2">
                <c:v>2007</c:v>
              </c:pt>
              <c:pt idx="3">
                <c:v>2010</c:v>
              </c:pt>
              <c:pt idx="4">
                <c:v>2013</c:v>
              </c:pt>
              <c:pt idx="5">
                <c:v>2016</c:v>
              </c:pt>
              <c:pt idx="6">
                <c:v>2019</c:v>
              </c:pt>
            </c:numLit>
          </c:cat>
          <c:val>
            <c:numLit>
              <c:formatCode>General</c:formatCode>
              <c:ptCount val="7"/>
              <c:pt idx="0">
                <c:v>71.8492</c:v>
              </c:pt>
              <c:pt idx="1">
                <c:v>71.9757</c:v>
              </c:pt>
              <c:pt idx="2">
                <c:v>72.0672</c:v>
              </c:pt>
              <c:pt idx="3">
                <c:v>72.1359</c:v>
              </c:pt>
              <c:pt idx="4">
                <c:v>72.1598</c:v>
              </c:pt>
              <c:pt idx="5">
                <c:v>72.1948</c:v>
              </c:pt>
              <c:pt idx="6">
                <c:v>72.2245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34495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82"/>
          <c:min val="7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Composite CN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34495A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9525">
          <a:solidFill>
            <a:srgbClr val="C8D8D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34495A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9F984BC-6ED9-42DD-9813-42B85BEA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685800"/>
            <a:ext cx="1371600" cy="137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5875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7ADE48-99FD-4972-9B6B-4F4144D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685800"/>
            <a:ext cx="1371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</a:t>
            </a:r>
            <a:endParaRPr sz="4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02187C2-C59B-4F75-A140-2B451E28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8368"/>
            <a:ext cx="9052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9FC0D4"/>
                </a:solidFill>
                <a:latin typeface="Calibri"/>
                <a:ea typeface="Calibri"/>
                <a:cs typeface="Calibri"/>
              </a:rPr>
              <a:t>2026 ASCE–EWRI Watershed Management Conference</a:t>
            </a:r>
            <a:endParaRPr sz="1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88867C3-6103-44F2-8177-0B650BA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87552"/>
            <a:ext cx="9052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9FC0D4"/>
                </a:solidFill>
                <a:latin typeface="Calibri"/>
                <a:ea typeface="Calibri"/>
                <a:cs typeface="Calibri"/>
              </a:rPr>
              <a:t>Curve Number Hydrology and Remote Sensing Task Committees</a:t>
            </a:r>
            <a:endParaRPr sz="1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97D3F31-6AA6-4F5B-8888-FCF54D68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100584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Modern Curve Number Hydrology</a:t>
            </a:r>
            <a:endParaRPr sz="4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15F8D99-2F94-48A4-AF07-DA51F339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29000"/>
            <a:ext cx="9692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Theory, Google Earth Engine, and participant-directed watershed investigations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76C89CD-A916-4B6C-A447-E413506D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FA6BF"/>
                </a:solidFill>
                <a:latin typeface="Calibri"/>
                <a:ea typeface="Calibri"/>
                <a:cs typeface="Calibri"/>
              </a:rPr>
              <a:t>DURATION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E68F02C-2622-4A2A-835C-6829C6F0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28032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Four hours</a:t>
            </a:r>
            <a:endParaRPr sz="17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C9C382D-5B03-434E-9C05-AE72C46A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452628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FA6BF"/>
                </a:solidFill>
                <a:latin typeface="Calibri"/>
                <a:ea typeface="Calibri"/>
                <a:cs typeface="Calibri"/>
              </a:rPr>
              <a:t>FORMAT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BEF4416-7BE1-4065-A57B-62C50DE2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4828032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Lecture, GEE, and participant inquiry</a:t>
            </a:r>
            <a:endParaRPr sz="1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650C2E5-9598-4C32-BE65-35F127A3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52628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FA6BF"/>
                </a:solidFill>
                <a:latin typeface="Calibri"/>
                <a:ea typeface="Calibri"/>
                <a:cs typeface="Calibri"/>
              </a:rPr>
              <a:t>CREDIT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C40EF8E-55E0-4E26-84D7-F69D4B82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828032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4.0 PDH for the full workshop</a:t>
            </a:r>
            <a:endParaRPr sz="1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D52666A-E750-4484-A32F-A5B6248B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144768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7FA6BF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4DC5C60-B464-46C8-8711-D9404B5B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150">
                <a:solidFill>
                  <a:srgbClr val="9FC0D4"/>
                </a:solidFill>
                <a:latin typeface="Calibri"/>
                <a:ea typeface="Calibri"/>
                <a:cs typeface="Calibri"/>
              </a:rPr>
              <a:t>John J. Ramirez-Avila, Mississippi State University  |  Saurav Kumar, Arizona State University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2802806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AD11F-1410-4A34-B29E-0B900C1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086D0C-A7FA-4C7E-8322-5CD86A3A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54B877-6457-458C-8756-E5C45D5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B3C9"/>
                </a:solidFill>
                <a:latin typeface="Calibri"/>
                <a:ea typeface="Calibri"/>
                <a:cs typeface="Calibri"/>
              </a:rPr>
              <a:t>WORKSHOP PROBLEM</a:t>
            </a:r>
            <a:endParaRPr sz="12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530DCAB-4E87-46F9-A929-9A15CC1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104241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3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curve number is an interpreted parameter—not a direct observation of land cover, soil, or runoff.</a:t>
            </a:r>
            <a:endParaRPr sz="3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5BE81F-93EF-4A8C-A0D4-2453A41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424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The workshop asks how model calibration, watershed data, spatial aggregation, and observed response jointly support a defensible estimate.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DBACF1-9919-44E0-8970-1D40C77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C87A0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7311921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D56A1B-0590-41C8-B21D-1C0F8A7A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Workshop instructors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6AB3B01-67D5-4124-98C5-F64E6040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workshop integrates curve-number hydrology, spatial data, and engineering interpretation.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3C4D07-CB31-47EE-B4D3-02504760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6C4E0E8-EFB2-425A-8C88-CC8918B1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0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D7C944C-9F12-4FEF-A74D-2453D9E4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FB83E0C-69D0-4D2D-BDE1-94FE8E0B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256032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894BFDD-226D-4623-8DD9-CE0E4103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057400"/>
            <a:ext cx="777240" cy="777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91DDD6A-C50C-409A-97E2-2A064434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057400"/>
            <a:ext cx="777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JJ</a:t>
            </a:r>
            <a:endParaRPr sz="2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82C6FE5-8EA0-455A-9C0A-7F50D9FB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121408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21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John J. Ramirez-Avila</a:t>
            </a:r>
            <a:endParaRPr sz="2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C1EE22A-A1D3-473D-A04E-5BDD3264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578608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5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Mississippi State University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E80F6A5-CCA7-4B29-9DBA-5F142492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0896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Curve-number theory, rainfall–runoff interpretation, and the reporting implications of calibration and compositing.</a:t>
            </a:r>
            <a:endParaRPr sz="14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6C7C5C9-AB5D-40C1-BB93-76D415BB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256032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AC41447-5D16-4150-AC12-93F8E1C0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2057400"/>
            <a:ext cx="777240" cy="777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A5B04F7-B946-4F51-922C-8B7546E0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2057400"/>
            <a:ext cx="777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SK</a:t>
            </a:r>
            <a:endParaRPr sz="2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3931046-90CA-4863-A33D-2D5DB3D3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121408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21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Saurav Kumar</a:t>
            </a:r>
            <a:endParaRPr sz="2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07EB21D-5B2F-4752-883E-D87E86A7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578608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5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Arizona State University</a:t>
            </a:r>
            <a:endParaRPr sz="13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BF50F8A-9255-4564-8890-21A2C7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310896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Earth Observation, watershed-scale estimation, temporal change, and reproducible computational workflows.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E68516A-FAAD-486E-BB62-0B800C60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108813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Participants may use verified reference datasets or apply the same analytical framework through Earth Engine to a selected watershed.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601344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9F8421-7E2F-4C0F-BECC-F77182CD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Learning objectives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C93AE9-5FC0-4015-9604-9B7603E7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138BA04-5603-4C78-B42E-BAB97996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0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AC5AFC0-0A5D-4700-84F7-1364FC21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4CAA1C8-233D-4EBC-B03F-AC7813C6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71B1731-B847-43D6-A59B-88F16411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6249212-C053-4B9D-9103-712E7127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645920"/>
            <a:ext cx="9966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7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Explain the governing relation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79B125E-2D76-4ACA-A835-B62E1EFC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048256"/>
            <a:ext cx="9966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Relate rainfall, initial abstraction, retention, runoff, curve number, and the initial-abstraction ratio.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2781E17-0950-4E55-BA97-116DA345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98064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9F5C3ED-4AED-4270-8C06-64BDDB29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9806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12E1A36-4D81-4D08-B3D8-3785EB55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16352"/>
            <a:ext cx="9966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7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Estimate CN from spatial data</a:t>
            </a:r>
            <a:endParaRPr sz="17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560B2EB-3C47-4D76-BB40-3333D22F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218688"/>
            <a:ext cx="9966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Combine watershed boundaries, land cover, and hydrologic soil group with explicit provenance.</a:t>
            </a:r>
            <a:endParaRPr sz="13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BB2905C-CE60-4E6B-97B9-F8A211AA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68496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D27D3A-D1B0-494E-A76C-AA16C363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68496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731AA06-0FC9-482E-9F8A-6122934E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86784"/>
            <a:ext cx="9966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7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Develop and evaluate an investigation</a:t>
            </a:r>
            <a:endParaRPr sz="17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905AD14-60A0-4F19-9C94-3DBA480A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389120"/>
            <a:ext cx="9966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Select a watershed question, complete a guided core, and extend the analysis with a defensible comparison.</a:t>
            </a:r>
            <a:endParaRPr sz="13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C0B95E6-FD3C-4BFC-AF10-1B30120E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3892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0078DD1-E88F-4060-9D31-8DB9A89E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3892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C5E7C08-A86E-4522-812A-87056453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157216"/>
            <a:ext cx="9966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7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Communicate a reproducible result</a:t>
            </a:r>
            <a:endParaRPr sz="17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CA759FA-4BB6-4997-AE12-89B96285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59552"/>
            <a:ext cx="9966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Report the question, method, result, uncertainty, interpretation, and provenance.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7377059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009EA6-E8C7-421B-8B57-E3CB03CC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Workshop schedule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221F39-9D17-4B98-B902-E0F40F91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common foundation leads into participant-directed watershed investigations.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82F6614-B7CC-4AF8-89EB-A443AEEA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4C090F-D3FE-41CA-8C0E-6CE546B2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0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AA16E7-9752-4414-8972-169B7D78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93BBD25-FE04-4F8E-A741-F5CE3D8E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0:00</a:t>
            </a:r>
            <a:endParaRPr sz="14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F3BC29-A4B4-4DAD-92C4-F7F94054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276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Welcome and orientation</a:t>
            </a:r>
            <a:endParaRPr sz="14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D2682B9-DC68-4EF7-8433-37E6243B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6276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10 min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3DA438B-0047-4544-AE81-7933C437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848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0:10</a:t>
            </a:r>
            <a:endParaRPr sz="14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8EA9498-FF7A-4CA9-8F0A-DA830673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848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Curve Number theory</a:t>
            </a:r>
            <a:endParaRPr sz="14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9D9895-BE0A-4760-B86A-02CC6298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0848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30 min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7EF35DF-5DAF-4E49-942A-ECDD0E79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420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0:40</a:t>
            </a:r>
            <a:endParaRPr sz="14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6A2F8A4-7B72-4E1E-9394-63350FAE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420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Getting started with Google Earth Engine</a:t>
            </a:r>
            <a:endParaRPr sz="14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CE55A4E-E468-4610-BF5C-5C7C31D5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5420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20 min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E8D5F57-3252-437C-89B1-7C766C6D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1:00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0DC9911-93B3-49F2-BC08-239DB1AE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992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Break and optional Earth Engine exploration</a:t>
            </a:r>
            <a:endParaRPr sz="14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7F444AE-49ED-4171-90A6-5DE30D82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9992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20 min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AA3668C-540B-407E-9F3F-BDB2D2BF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564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1:20</a:t>
            </a:r>
            <a:endParaRPr sz="14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5136D9-7C65-4A5F-854F-B2B195BF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4564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Investigation launch and group selection</a:t>
            </a:r>
            <a:endParaRPr sz="14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9B46035-E19E-4BD1-BD5E-1E11811C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4564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10 min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D7B06C6-9D9E-4648-8A9B-EACB4858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136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6E7B85"/>
                </a:solidFill>
                <a:latin typeface="Cambria"/>
                <a:ea typeface="Cambria"/>
                <a:cs typeface="Cambria"/>
              </a:rPr>
              <a:t>1:30</a:t>
            </a:r>
            <a:endParaRPr sz="14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88912DE-FA22-45C2-A8F1-1A9886C6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136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Participant-directed notebook investigations</a:t>
            </a:r>
            <a:endParaRPr sz="14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B915267-EC0B-48A2-A4C9-8B148D2F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9136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90 min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5C37078-6380-42CE-A778-261B0AD5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708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3:00</a:t>
            </a:r>
            <a:endParaRPr sz="14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57A3C22-CA01-45B4-B669-7A5CCDA2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708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Break</a:t>
            </a:r>
            <a:endParaRPr sz="14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600004C-5550-4C04-9A88-A86EEFC7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3708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15 min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6A5B529-E288-4ADF-A157-81DE6A1F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280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3:15</a:t>
            </a:r>
            <a:endParaRPr sz="145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5B55C0-32C4-4E37-88C9-D8BAD42D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280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Report-outs and discussion</a:t>
            </a:r>
            <a:endParaRPr sz="14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0040181-6197-4FA9-A42A-349586CF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8280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30 min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A6837A0-68C9-4832-91F4-216DD615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852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3:45</a:t>
            </a:r>
            <a:endParaRPr sz="14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3700660-3B34-4A3C-9E1A-011C6F7D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852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Synthesis, resources, and feedback</a:t>
            </a:r>
            <a:endParaRPr sz="14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FE7BCE0-CD56-4F47-B6FB-AEFF92EC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2852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15 min</a:t>
            </a:r>
            <a:endParaRPr sz="13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D031134-E739-4C1C-BDAE-2A691277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42432"/>
            <a:ext cx="868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4:00</a:t>
            </a:r>
            <a:endParaRPr sz="14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847CD4B-42BE-4D50-B643-70B9DB52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42432"/>
            <a:ext cx="8138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50" b="1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End</a:t>
            </a:r>
            <a:endParaRPr sz="14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C249ED07-67AA-419E-9652-CB658F82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42432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15 min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9961991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AD11F-1410-4A34-B29E-0B900C1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086D0C-A7FA-4C7E-8322-5CD86A3A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54B877-6457-458C-8756-E5C45D5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B3C9"/>
                </a:solidFill>
                <a:latin typeface="Calibri"/>
                <a:ea typeface="Calibri"/>
                <a:cs typeface="Calibri"/>
              </a:rPr>
              <a:t>CURVE NUMBER THEORY · 30 MINUTES</a:t>
            </a:r>
            <a:endParaRPr sz="12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530DCAB-4E87-46F9-A929-9A15CC1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104241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3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curve number links a storage parameter to a piecewise rainfall–runoff relation.</a:t>
            </a:r>
            <a:endParaRPr sz="3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5BE81F-93EF-4A8C-A0D4-2453A41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424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Interpretation requires the equation, initial-abstraction convention, evidence pathway, spatial representation, and uncertainty record.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DBACF1-9919-44E0-8970-1D40C77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C87A0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731192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The runoff equation contains two linked parameters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Rainfall, P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Observed storm depth for the event.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Initial abstraction, Iₐ = λS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Loss before runoff begins; λ is part of the calibration.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Potential retention, S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 = 1000/CN − 10 inches.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Direct runoff, Q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Q = (P − Iₐ)² / (P − Iₐ + S) for P &gt; Iₐ; otherwise Q = 0.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Changing λ changes the curve-number scale. Report λ and CN together.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Initial abstraction controls the onset of modeled runoff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Example for CN 70 and λ = 0.20: S = 4.286 in and Iₐ = 0.857 in.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NEH-630 Subpart H; cnkit runoff calculation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Event below the threshold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P = 0.75 in &lt; Iₐ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Rainfall depth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0.750 in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Initial abstraction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0.857 in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Modeled direct runoff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0.000 in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Threshold not crossed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Event above the threshold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P = 1.50 in &gt; Iₐ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Rainfall depth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1.500 in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Excess above Iₐ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0.643 in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Modeled direct runoff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0.084 in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Nonlinear response begins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zero value below Iₐ is a statement about modeled direct runoff, not a claim that no water moves within the watershed.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Lambda and curve number form a calibration pair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Changing one without converting the other changes the model response.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NEH-630 Ch. 10; Woodward et al. (2003)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Conventional formulation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Initial-abstraction ratio λ = 0.20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Curve number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75.5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Three-inch storm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0.988 in runoff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Calibration basis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NEH/TR-55 tables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Retention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 = 3.245 in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Alternative formulation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Initial-abstraction ratio λ = 0.05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Converted curve number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66.0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Three-inch storm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0.953 in runoff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Calibration basis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Empirical conversion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 different CN scale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reported curve number is incomplete unless its initial-abstraction convention is stated.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Table and event CNs answer different questions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They may be compared, but they should not be treated as interchangeable observations.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NEH-630; Hawkins (1993); USGS NWIS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Table-derived CN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Assigned from watershed attributes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Primary inputs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Land cover, HSG, condition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Evidence type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Spatial classification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Analytical role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Design baseline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Main sensitivities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Mapping and lookup choices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Event-derived CN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Inferred from measured response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Primary inputs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Rainfall P and runoff Q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Evidence type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Storm observations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Analytical role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Performance evidence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Main sensitivities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Separation, λ, and fit form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Agreement is evidence of consistency; disagreement is a diagnostic that must be interpreted in context.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Compositing order changes runoff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One inch of rainfall over 60% connected impervious cover and 40% woods.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NEH-630 Ch. 9; TR-55 Worksheet 2; cnkit calculation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Three valid calculations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CN 98 impervious · CN 55 woods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Distributed runoff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0.4745 in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Area-weighted CN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0.0949 in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Area-weighted S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0.0277 in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Maximum ratio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17×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Why the results diverge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The wooded subarea has Iₐ = 1.64 in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Storm depth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1.00 in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Distributed sequence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Compute Q, then average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Lumped sequence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Average parameter, then Q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Engineering choice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Document the representation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arithmetic is correct in each case; the calculations represent different spatial models.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Compositing diverges near abstraction thresholds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Hold CN values and area fractions fixed; vary only storm depth P.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Notebook 01 controlled calculation; NEH-630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Near-threshold example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One-inch storm over CN 98 and CN 55 subareas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Distributed runoff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0.4745 in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Area-weighted CN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0.0949 in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Area-weighted S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0.0277 in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Maximum ratio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17×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Why the gap changes with P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Subareas cross Iₐ at different storm depths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Small storms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Threshold effects dominate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Larger storms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More subareas generate Q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Controlled comparison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Only rainfall changes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Reporting implication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State the representation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chosen compositing convention is part of the model definition and should remain visible in design-runoff reporting.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Theory synthesis: what must accompany a curve number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Governing relation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State P, S, Iₐ, Q, units, and the piecewise runoff threshold.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Calibration pair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Report λ and the corresponding curve-number scale.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Evidence pathway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Distinguish table assignment from event inference.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Hydrologic condition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State how condition was selected or evaluated.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Compositing convention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State distributed runoff, weighted CN, or weighted S.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Uncertainty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Identify the assumption most consequential to interpretation.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These elements define the conceptual record participants will carry into their investigations.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AD11F-1410-4A34-B29E-0B900C1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086D0C-A7FA-4C7E-8322-5CD86A3A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54B877-6457-458C-8756-E5C45D5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B3C9"/>
                </a:solidFill>
                <a:latin typeface="Calibri"/>
                <a:ea typeface="Calibri"/>
                <a:cs typeface="Calibri"/>
              </a:rPr>
              <a:t>GOOGLE EARTH ENGINE · 20-MINUTE START</a:t>
            </a:r>
            <a:endParaRPr sz="12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530DCAB-4E87-46F9-A929-9A15CC1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104241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3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Earth Engine will be used to inspect land cover and imperviousness within a watershed boundary.</a:t>
            </a:r>
            <a:endParaRPr sz="3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5BE81F-93EF-4A8C-A0D4-2453A41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424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The exercise introduces cloud-hosted data, server-side objects, spatial reduction, map interpretation, and a reproducible method record.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DBACF1-9919-44E0-8970-1D40C77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C87A0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7311921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Earth Engine executes a deferred request graph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Define objects locally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Python statements construct deferred Earth Engine images, geometries, and reducers.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Build the request graph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Filter collections, select bands, clip to the basin, mask, and specify reductions.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Execute remotely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Earth Engine evaluates the graph against cloud-hosted data at the stated scale.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Retrieve summaries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getInfo only for compact tables and scalars returned to the notebook.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cnkit.gee organizes the request; the analyst still selects boundary, product, year, scale, soil source, and interpretation.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Getting started in the Earth Engine Code Editor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Open the web Code Editor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Load gee/01_watershed_land_surface.js from the workshop repository.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Define a teaching watershed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The script selects the HUC12 containing a stated outlet point and adds a referenced basemap.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Inspect two land-surface measures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Map NLCD land-cover classes and fractional imperviousness for a selected year.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Summarize and question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Reduce land-cover area and mean imperviousness within the watershed; record one spatial question.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Guided time: 20 minutes. The exercise runs in the browser-based JavaScript environment.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Land-cover class area and imperviousness differ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Both are useful; neither should be substituted for the other.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USGS Annual NLCD Collection 1.2; cnkit.gee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Categorical land cover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Basin.landcover(year)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Source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Annual NLCD class band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Operation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Clip, mask, frequency histogram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Output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Area by NLCD class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Use in CN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Lookup-table class index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Fractional imperviousness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Basin.impervious(year)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Source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Annual impervious band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Operation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Clip and mean reduction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Output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Mean impervious percent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Use in interpretation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Development intensity evidence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 product, collection, year, class system, resolution, mask, and watershed denominator with the land-cover summary.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Optional exploration during the break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Change the outlet point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Select a familiar CONUS location and verify the resulting HUC12 boundary.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Change the NLCD year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Compare class area and mean imperviousness across two available years.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Change the displayed evidence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Toggle layers, inspect the legend, and relate the map to the numerical summaries.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Record one spatial question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Bring one observation or methodological question into the investigation period.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guided workshop continues after the 20-minute break; additional Earth Engine tutorials remain available for independent study.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AD11F-1410-4A34-B29E-0B900C1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086D0C-A7FA-4C7E-8322-5CD86A3A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54B877-6457-458C-8756-E5C45D5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B3C9"/>
                </a:solidFill>
                <a:latin typeface="Calibri"/>
                <a:ea typeface="Calibri"/>
                <a:cs typeface="Calibri"/>
              </a:rPr>
              <a:t>PARTICIPANT-DIRECTED INVESTIGATIONS</a:t>
            </a:r>
            <a:endParaRPr sz="12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530DCAB-4E87-46F9-A929-9A15CC1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104241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3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Select one question, complete its guided core, then extend the analysis in a direction relevant to your work.</a:t>
            </a:r>
            <a:endParaRPr sz="3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5BE81F-93EF-4A8C-A0D4-2453A41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424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Four notebooks share a common reporting record so results can be compared during the final discussion.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DBACF1-9919-44E0-8970-1D40C77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C87A0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7311921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Investigation menu · questions 1 and 2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Each notebook has a guided minimum, open extensions, and a reportable result.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Workshop notebooks 01 and 02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1 · CN equation and runoff response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How do model assumptions change runoff?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Guided core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Compare λ and compositing choices.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Possible extension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Change storm depth, CN contrast, or area fraction.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One comparison with the controlling assumption.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Notebook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Notebook 01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2 · Spatial CN for a watershed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How is CN constructed from spatial evidence?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Guided core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Inspect boundary, land cover, HSG, and joint pairs.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Possible extension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Use a selected watershed, source, year, or condition.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Map, composite CN, and unmapped fraction.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Notebook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Notebook 02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Choose the investigation whose question and evidence are most relevant to your work.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Investigation menu · questions 3 and 4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Both investigations compare a signal with an explicit source of uncertainty.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Workshop notebooks 03 and 04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3 · Land-cover change and design runoff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Does a mapped change matter hydrologically?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Guided core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Compare CN and design runoff through time.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Possible extension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Change depth, condition, or compositing method.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Change signal relative to an uncertainty band.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Notebook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Notebook 03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4 · Event CN and antecedent state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What does observed storm response imply?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Guided core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Invert events, fit CN∞, and stratify antecedent state.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Possible extension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Change event criteria, λ, fit form, or wetness grouping.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Fitted estimate plus one limitation of the record.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Notebook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Notebook 04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comparison is strongest when the changed input, fixed controls, and uncertainty source are explicit.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Use a common reporting record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Question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State the hydrologic or spatial question in one sentence.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Data and method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Name the boundary, products, years, functions, and comparison.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Result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Report one quantitative result with units and a figure, table, or map.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Uncertainty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Identify one assumption, coverage limit, or record limitation.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Interpretation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Explain what the result supports—and what it does not establish.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Provenance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Retain sources, versions, parameters, and watershed identifier.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The reporting record is the common structure for the final group discussion.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Participant-directed investigation · 90 minutes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0–15 min · Select and orient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Choose a question, run setup cells, and define the comparison you intend to make.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15–55 min · Complete the guided core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Follow the documented operations and verify the baseline result before extending it.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55–75 min · Extend the analysis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Change one input or assumption and retain a controlled comparison.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75–90 min · Prepare the report-out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Complete the common reporting record and select one figure, map, or table to show.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Facilitators circulate throughout; groups may work from reference results or apply the workflow to a selected watershed.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Report-out, synthesis, and feedback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4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Report the question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What did the group investigate, and why?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Show the evidence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Present one figure, map, table, or numerical comparison.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Name the uncertainty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Which assumption or limitation matters most?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Connect across groups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Identify findings that agree, differ, or require further analysis.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Complete feedback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the anonymous workshop feedback form linked from the portal.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Continue the work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The portal retains slides, code, notebooks, data, and learning resources.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Allow 30 minutes for report-outs and discussion, then 15 minutes for synthesis, resources, and feedback.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AD11F-1410-4A34-B29E-0B900C1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086D0C-A7FA-4C7E-8322-5CD86A3A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54B877-6457-458C-8756-E5C45D5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B3C9"/>
                </a:solidFill>
                <a:latin typeface="Calibri"/>
                <a:ea typeface="Calibri"/>
                <a:cs typeface="Calibri"/>
              </a:rPr>
              <a:t>TECHNICAL APPENDIX</a:t>
            </a:r>
            <a:endParaRPr sz="12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530DCAB-4E87-46F9-A929-9A15CC1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104241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3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Detailed methods and evidence for questions, facilitation, and continued application.</a:t>
            </a:r>
            <a:endParaRPr sz="3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5BE81F-93EF-4A8C-A0D4-2453A41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424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These slides support the investigations and may be used selectively; they are not a second linear lecture.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DBACF1-9919-44E0-8970-1D40C77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C87A0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7311921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Curve number is inferred from storm response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Measured rainfall and runoff provide the evidence used to evaluate an assigned table value.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USGS NWIS; events_01646000.csv; cnkit 1.1.0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Difficult Run storm events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570 separated events · 1990–2026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Parameter estimation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NRCS runoff relation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Observed variables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Rainfall P and runoff Q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Model parameters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Curve number CN and λ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Asymptotic fit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CN∞ = 69.7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Table estimate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CN = 75.5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fitted estimate is obtained from measured events; the table estimate is assigned from land cover, soil, and hydrologic condition.</a:t>
            </a:r>
            <a:endParaRPr sz="1250"/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914400" y="2914650"/>
          <a:ext xmlns:a="http://schemas.openxmlformats.org/drawingml/2006/main" cx="4619625" cy="2152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dcb89c761a4596"/>
          </a:graphicData>
        </a:graphic>
      </p:graphicFrame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Asymptotic fitting tests whether event CN stabilizes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Prepare the events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Separate rainfall and direct runoff consistently; retain the event-selection record.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Invert the equation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Compute an event CN from each valid P–Q pair at the stated λ.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Fit a named response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Estimate the Hawkins standard asymptote from event CN versus rainfall depth.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Evaluate adequacy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Inspect event count, pattern, residual behavior, and R² before interpreting CN∞.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fitted asymptote is evidence about the measured record; it does not erase uncertainty in event separation or model structure.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Watershed delineation begins at a defined outlet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gage identifier and an arbitrary coordinate use related but distinct USGS routes.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USGS NLDI API; cnkit.delineate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Gage route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watershed_from_gage(gage)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Identifier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Eight-digit USGS gage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NLDI action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Resolve monitoring location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Boundary action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Aggregate upstream basin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Primary use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Gage-based analysis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Outlet-coordinate route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watershed_from_point(lat, lon)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Identifier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Latitude and longitude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NLDI action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Snap to NHDPlusV2 flowline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Boundary action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Split-catchment upstream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Primary use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Selected outlet analysis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Record the requested point, snapped point, delineation method, source dataset, area, and warnings with the returned geometry.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The delineation library exposes each operation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Resolve or snap the outlet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Translate a gage or coordinate into a network-connected hydrolocation.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Navigate upstream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Request the NHDPlusV2 basin or split-catchment aggregation from NLDI.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Construct the record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Return GeoJSON, area, request and snapped points, source, method, and warnings.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Retain fallback provenance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If the selected route changes, preserve the method used rather than hiding the substitution.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Delineation is a USGS web-service operation; Earth Engine authentication is a separate later step.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 watershed boundary requires verification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Outlet location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Confirm the requested and snapped points represent the intended control point.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Drainage area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Compare calculated area with published gage metadata or another trusted source.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Upstream extent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Inspect ridges, tributaries, nested basins, and obvious network discontinuities.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Geometry validity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Check coordinate order, closure, multipart geometry, and unreasonable vertex artifacts.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Method provenance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Retain NLDI route, dataset, request parameters, timestamp, and warnings.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Map context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Plot the boundary and outlet over a referenced basemap before raster analysis.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A successful web request is not equivalent to a verified watershed.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Earth Engine supports a selected-watershed analysis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Register access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an Earth Engine-enabled Google Cloud project associated with the participant.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Open in Colab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The Python API is available in Colab; import, authenticate, and initialize the session.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Verify the project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Run the readiness check and confirm a simple server-side calculation returns 42.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Select a watershed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Provide a USGS gage number or outlet coordinates for the live application.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Use versioned evidence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The reference pathway reproduces the complete analysis with recorded watershed outputs.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Keep one result schema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Both pathways report boundary, inputs, CN, unmapped area, assumptions, and provenance.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Earth Engine is an application pathway; the theory, calculations, and interpretation are fully available in every notebook.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The Basin object binds geometry and execution settings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Boundary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Converts the verified watershed GeoJSON into an Earth Engine geometry.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Project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Initializes requests through the participant’s Earth Engine-enabled Cloud project.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Analysis scale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Retains the working pixel size used by reductions and comparisons.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Pixel policy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Controls reprojection, drainage treatment, and compatible reductions.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Cache and retrieval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Avoids repeated service work and retrieves only compact summaries.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Method record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Carries selected inputs into land-cover, soil, joint-distribution, and trajectory methods.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Convenience methods orchestrate operations; they do not remove the need to inspect boundary, inputs, coverage, and assumptions.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Hydrologic soil group is an interpreted class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Group A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High infiltration potential and generally lower runoff potential when thoroughly wetted.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Group B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Moderate infiltration and runoff potential under the standard interpretation.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Group C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Slow infiltration and greater runoff potential than groups A or B.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Group D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Very slow infiltration or high runoff potential under the table framework.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Dual groups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A/D, B/D, and C/D depend on drainage convention; retain the original designation.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Unmapped area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Map units without a resolved HSG remain explicit rather than silently reassigned.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State the soil source, HSG interpretation, drainage convention, spatial scale, and mapped fraction.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gNATSGO geometry is joined to Soil Data Access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Measure map-unit keys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Reduce the 30 m gNATSGO map-unit-key raster within the verified basin.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Resolve attributes once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Query Soil Data Access for dominant-condition HSG linked to each map-unit key.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Reclassify in Earth Engine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Map the lookup back to the basin raster while retaining dual groups and missing values.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Summarize coverage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Return HSG areas and the fraction for which no assignment was available.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raster defines where map units occur; Soil Data Access supplies the tabular interpretation used by the lookup.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Soil source and spatial coverage remain reportable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Difficult Run demonstrates the scale of a source choice under the same land cover and condition.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Executed Earth Engine evidence; USDA SDA; HiHydroSoil v2.0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gNATSGO with SDA HSG lookup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CONUS map-unit interpretation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Analysis scale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30 m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Area with no HSG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21.27%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Composite CN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75.7790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Role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Workshop reference estimate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HiHydroSoil v2.0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Global modelled comparison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Analysis scale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250 m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Composite CN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83.9564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Difference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+8.1774 CN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Role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Source-sensitivity analysis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Report the soil asset, spatial scale, HSG interpretation, and mapped fraction with the composite estimate.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Marginal and joint distributions differ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distinction is spatial association, not simply data volume.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EPA StreamCat; USDA SDA; Annual NLCD; gNATSGO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Marginal distributions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Land-cover and soil percentages are separate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Spatial association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Not retained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Required assumption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Independent pairing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Computation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Cross all classes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Synthetic joint table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Joint spatial distribution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Land-cover–soil pairs share a location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Spatial association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Measured pixel by pixel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Required assumption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No independent pairing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Computation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Aggregate observed pairs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Observed joint table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spatial workflow adds information by preserving where land-cover and soil classes occur together.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Independent pairing adds 1.88 curve-number units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comparison uses identical raster marginals; only the pairing method changes.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Executed Earth Engine evidence, 6 August 2026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Marginals crossed independently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Difficult Run · 2019 · fair condition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Composite CN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77.6638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Land cover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Same raster marginal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Soils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Same raster marginal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Pairing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Assumed independent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Observed joint distribution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Difficult Run · 2019 · fair condition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Composite CN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75.7790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Land cover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Same raster marginal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Soils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Same raster marginal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Pairing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Measured jointly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1.8848-unit difference isolates the independence assumption. The earlier 4.50-unit result is a feasible tabular range, not this correction.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The lookup assigns CN to each spatial class pair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Land-cover class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Translate Annual NLCD classes into the adopted TR-55 or NEH category crosswalk.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Hydrologic soil group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Index A, B, C, D, or the documented treatment of a dual group.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Hydrologic condition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Select poor, fair, or good from management and cover evidence—not from NLCD alone.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Local lookup value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Attach the table CN to each mapped land-cover–soil spatial unit.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Unmapped pair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Retain null values when the crosswalk or HSG interpretation does not support a lookup.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Audit output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Rank local area contributions and inspect dominant or unresolved combinations.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The library indexes the adopted table; the analyst establishes the crosswalk and evidentiary basis for hydrologic condition.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Aggregation retains the compositing convention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cnkit returns multiple composites and the unmapped fraction so the choice remains auditable.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NEH-630; cnkit.lookup.composite_from_areas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Area-weighted CN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Average local curve numbers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Calculation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Σ AᵢCNᵢ / Σ Aᵢ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Hydrologic meaning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One lumped CN parameter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Runoff step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Apply Q after averaging CN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Required record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Mapped area and convention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Area-weighted retention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Average S derived from local CN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Calculation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Σ AᵢSᵢ / Σ Aᵢ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Hydrologic meaning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One lumped retention value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Runoff step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Convert S and apply Q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Not returned here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Distributed runoff by subarea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 composite CN is a parameter. A runoff depth additionally requires storm depth, lambda, and the stated spatial representation.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Design runoff is the final step of a documented chain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2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Select the storm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a stated NOAA Atlas 14 duration, annual-exceedance interval, location, and depth.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Select the model pair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the reported composite CN with the matching initial-abstraction ratio λ.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Apply the equation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Compute runoff depth only after boundary, spatial inputs, lookup, and aggregation are fixed.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Assemble provenance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Report boundary, products, years, scale, HSG source, condition, coverage, convention, storm, and result.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For the Difficult Run reference analysis, the versioned 10-year 24-hour depth is 4.78 in at the gage location.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 defensible trajectory changes one input at a time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Changing input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Annual NLCD year supplies the land-cover trajectory from 2001 through 2019.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Boundary held fixed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one verified Difficult Run geometry for every year.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Soils held fixed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the same gNATSGO and Soil Data Access HSG interpretation.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Lookup held fixed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Keep the crosswalk, hydrologic condition, and lambda convention constant.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Scale held fixed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the same raster resolution, masks, and coverage accounting.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Aggregation held fixed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Use the observed joint distribution and the same composite convention every year.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Without these controls, a change in CN may reflect a workflow change rather than a watershed change.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Condition uncertainty exceeds the observed change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Difficult Run, 2001–2019; Annual NLCD and SDA-resolved gNATSGO.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Executed Earth Engine trajectory, 6 August 2026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Difficult Run trajectory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Observed joint distribution · seven years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Scale comparison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Land-cover signal and methodological band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Measured change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+0.2876 CN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Mean condition spread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8.4473 CN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Spread / change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29.4×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Area with no HSG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21.27%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temporal trajectory is interpretable only when the hydrologic-condition band and spatial coverage are reported with it.</a:t>
            </a:r>
            <a:endParaRPr sz="1250"/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914400" y="2914650"/>
          <a:ext xmlns:a="http://schemas.openxmlformats.org/drawingml/2006/main" cx="4619625" cy="2152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acc471029e49bb"/>
          </a:graphicData>
        </a:graphic>
      </p:graphicFrame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Table and fitted estimates differ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Asymptotic fits use measured rainfall and runoff; table estimates represent assigned basin characteristics.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USGS NWIS events; cnkit asymptotic fits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Difficult Run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USGS 01646000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Events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570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Table CN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75.5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Fitted CN∞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69.696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Fit R²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0.488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Accotink Creek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USGS 01654000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Events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563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Table CN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77.9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Fitted CN∞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78.902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Fit R²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0.083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direction and strength of disagreement differ between basins; a universal table correction is not supported by these records.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Antecedent-state measures are not equivalent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They can be compared on the same event dates, but their categories should not be relabeled as equivalent.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NEH-630/NEH-4; NASA POWER Daily API and MERRA-2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Rainfall-history convention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Antecedent rainfall accumulation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Variable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Prior multi-day precipitation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Threshold basis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Seasonal historical classes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Discrete runoff-condition proxy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Primary limitation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Does not observe soil water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Root-zone wetness convention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NASA POWER GWETROOT percentile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Variable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Modeled root-zone wetness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Threshold basis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Event-date empirical quantiles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Interpretation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Continuous antecedent-state proxy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Primary limitation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Coarse reanalysis support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Use both as reproducible descriptors; do not redefine NRCS antecedent runoff-condition classes with NASA wetness percentiles.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F89E38-2957-4DA7-9753-7DA7DA28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Observed soil moisture stratifies event response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523395-A9DE-42D0-9C05-F35F806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33856"/>
            <a:ext cx="10104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Difficult Run events grouped by NASA POWER root-zone wetness on the day before each event.</a:t>
            </a:r>
            <a:endParaRPr sz="135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06E73A-AEBE-410D-8BCB-77A083A0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D252A-7190-429E-845B-195F7753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2A8010-571A-4EAF-831D-B2FBE08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B31F616-78BC-4DDD-94C2-529CB82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6345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NASA POWER GWETROOT; USGS NWIS event record</a:t>
            </a:r>
            <a:endParaRPr sz="8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69BAB51-D162-44CA-AC02-E4902C8E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AB7BB-B28B-42D2-ADEA-1F6AD4B5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Driest third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0F4CB00-ACAC-4D8F-8F75-9B5B9BD5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Antecedent root-zone state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3C3CE-525D-47F3-9948-30DBBED8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Events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7F5B92-A70C-435A-B9DF-34C539A7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204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1D0FE16-E06E-455C-AC51-DC9F6908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Median wetness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6C3F4B-4203-46FC-8CFC-11EE813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0.49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E382EC6-33DA-4971-B1AD-53E9F3EE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Median event CN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36BF5-CF25-4F0D-AEE7-C5F3456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74.97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9D4E50-27D1-41CC-B66D-0383F57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Median runoff ratio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9827184-5E4F-4053-BB87-895F536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0.144</a:t>
            </a:r>
            <a:endParaRPr sz="1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4FD1252-A536-41BA-9ABE-672D2053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257800" cy="3703320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9029CBC-D6E9-4B31-91AB-941C475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8528"/>
            <a:ext cx="4526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80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Wettest third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BEA8E62-36F4-4000-AEEA-A62476D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4526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Antecedent root-zone state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FE4F97-2F22-4612-9DEB-4C31F496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896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Events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95C8361-7307-4ECC-9AA0-906D098C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1089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179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574690-D4AF-492D-972D-722BFB2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5760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Median wetness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BE0D16-2D9B-4207-B2A2-460121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0.79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C16F29-77D0-46C7-8D7B-31BF2873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062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Median event CN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5F8752-AD62-44F3-8FAB-E4AE4E83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0624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83.44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D74EB7-AB69-43AC-B3B2-C8A8575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548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Median runoff ratio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9CA2776-EADA-4DF4-BC8A-C2F61A8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54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400" b="1">
                <a:solidFill>
                  <a:srgbClr val="15202B"/>
                </a:solidFill>
                <a:latin typeface="Calibri"/>
                <a:ea typeface="Calibri"/>
                <a:cs typeface="Calibri"/>
              </a:rPr>
              <a:t>0.285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7221E24-AB19-40E2-8AA0-00980DA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Observed antecedent state provides a reproducible continuous variable for evaluating event response.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94820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DACA74-B4B8-4A75-95DB-3AE4ACB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A complete result is a structured scientific claim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7D998B-CA4A-48EB-997A-815A136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3722B3-3802-41F0-86B0-E1941B1E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4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39D1267-EA10-496A-8A16-68AA18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F30A960-082F-414C-AE5C-4C0C1375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042E6EB-BC59-4C36-843B-58E407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55648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Parameter</a:t>
            </a:r>
            <a:endParaRPr sz="15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BAF34A-DB49-48F0-AB2D-2324C78A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773936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Difficult Run 2019 fair-condition composite CN = 75.7790; λ = 0.20.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F4410E-84A5-4849-BE4F-F47144F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88336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55321-AC03-486D-9FE6-3C7D868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16352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Spatial basis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23D41-C28A-4B93-973F-BC9C4629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834640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NLDI boundary; Annual NLCD; 30 m gNATSGO with SDA HSG; observed joint pairs.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4752980-4E8F-42E3-8558-2E9388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5C8172-C21A-40D3-870B-2E0259D8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77056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Design response</a:t>
            </a:r>
            <a:endParaRPr sz="15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130892-65CB-4153-B1D7-14A54F4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895344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Apply the stated CN–λ pair to the 4.78 in NOAA Atlas 14 10-year 24-hour depth.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59A556-94A6-4180-8B5D-1E30BA59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9744"/>
            <a:ext cx="108813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F1F033-364A-40DB-934C-5E8F7B6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37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550" b="1">
                <a:solidFill>
                  <a:srgbClr val="15202B"/>
                </a:solidFill>
                <a:latin typeface="Cambria"/>
                <a:ea typeface="Cambria"/>
                <a:cs typeface="Cambria"/>
              </a:rPr>
              <a:t>Uncertainty record</a:t>
            </a:r>
            <a:endParaRPr sz="15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76CF51-DB02-4C0E-908A-D314E221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956048"/>
            <a:ext cx="5852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30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21.27% no mapped HSG; +1.8848 CN independence effect; 8.4473 CN mean condition spread.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A00051-EB41-4886-BC21-F8481798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6E7B85"/>
                </a:solidFill>
                <a:latin typeface="Calibri"/>
                <a:ea typeface="Calibri"/>
                <a:cs typeface="Calibri"/>
              </a:rPr>
              <a:t>The result remains interpretable because the calibration, measurement pathway, coverage, aggregation, rainfall basis, and sensitivity evidence are stated together.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4044693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38968-5A2F-46E1-B92B-6C37A30D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"/>
            <a:ext cx="101041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Resources for continued application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B49066-6A10-412F-AA77-FFF522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EBF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BCBE94A-59D7-45B4-8F14-7C0E5815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4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A96964-C264-4BAA-AD17-97AA066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A9B4BC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A3BC60-39C6-46DC-8F64-8480687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E72F83-D2D5-46D9-8F36-25E08C12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Earth Engine Code Editor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E78A80-7906-4E74-8FAA-1F40FDE7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Run the guided watershed land-surface script in the browser.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C3238B5-BFAE-4315-9C22-39B59C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45920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777F89-92CE-47FC-AA0A-1A8CC5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28800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Earth Engine tutorials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269F1A-BA7A-43AA-B8A0-591955E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Continue with official and curated web-based learning resources.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7EF428-3F26-45CE-9869-29DA199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E9690F0-E340-4856-B5A9-C97EBD1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Four investigation notebooks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DF9514-78A4-4E32-BD5F-65AB853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Theory, spatial CN, land-cover change, and event-response inquiry.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5E7F0B-4B54-44C0-93ED-FAC21EC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127248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F15278-66CD-4CCC-A3D2-504B8EBD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Readiness and reference data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31770E5-8FFE-470C-8940-EFF4E527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75888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Verify the environment and retain versioned inputs and outputs.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A529A28-C7BA-4F9D-BB48-AC92100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CBF047-5FC6-4B20-9E48-2AF3286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cnkit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52B16A-A371-4F31-8C87-68962FA2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Inspectable hydrology, delineation, Earth Engine, and workflow functions.</a:t>
            </a:r>
            <a:endParaRPr sz="12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D55278B-F4E4-4E57-A4D0-9E395F7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08576"/>
            <a:ext cx="52578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DF3F7"/>
          </a:solidFill>
          <a:ln xmlns:a="http://schemas.openxmlformats.org/drawingml/2006/main" w="12700">
            <a:solidFill>
              <a:srgbClr val="D3E1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FCC24D-81B8-4F41-A349-A52C7280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791456"/>
            <a:ext cx="4617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GitHub repository and portal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ECF969-95B6-41FA-8799-A90990D2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157216"/>
            <a:ext cx="4617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>
                <a:solidFill>
                  <a:srgbClr val="31414F"/>
                </a:solidFill>
                <a:latin typeface="Calibri"/>
                <a:ea typeface="Calibri"/>
                <a:cs typeface="Calibri"/>
              </a:rPr>
              <a:t>Slides, code, notebooks, data, documentation, and feedback form.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7F2532-2D6E-407E-A6F3-62EC8EF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buNone/>
            </a:pPr>
            <a:r>
              <a:rPr sz="1250" i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The participant portal is the durable index for all workshop materials and continuing resources.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5829143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2129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AD11F-1410-4A34-B29E-0B900C1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086D0C-A7FA-4C7E-8322-5CD86A3A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4572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54B877-6457-458C-8756-E5C45D5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B3C9"/>
                </a:solidFill>
                <a:latin typeface="Calibri"/>
                <a:ea typeface="Calibri"/>
                <a:cs typeface="Calibri"/>
              </a:rPr>
              <a:t>SYNTHESIS AND FEEDBACK</a:t>
            </a:r>
            <a:endParaRPr sz="12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530DCAB-4E87-46F9-A929-9A15CC1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104241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3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Report the curve number with its calibration, spatial provenance, compositing convention, and uncertainty.</a:t>
            </a:r>
            <a:endParaRPr sz="3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5BE81F-93EF-4A8C-A0D4-2453A41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424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7DAE6"/>
                </a:solidFill>
                <a:latin typeface="Calibri"/>
                <a:ea typeface="Calibri"/>
                <a:cs typeface="Calibri"/>
              </a:rPr>
              <a:t>Complete the anonymous feedback form, then retain the portal as the index for slides, code, notebooks, data, and continuing resources.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DBACF1-9919-44E0-8970-1D40C77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45936"/>
            <a:ext cx="8778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C87A0"/>
                </a:solidFill>
                <a:latin typeface="Calibri"/>
                <a:ea typeface="Calibri"/>
                <a:cs typeface="Calibri"/>
              </a:rPr>
              <a:t>Modern Curve Number Hydrology  |  ASCE–EWRI 2026  |  Ramirez-Avila and Kumar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7311921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2026-08-09T19:54:30.1020000Z</dcterms:created>
  <dcterms:modified xsi:type="dcterms:W3CDTF">2026-08-09T19:54:30.1020000Z</dcterms:modified>
</coreProperties>
</file>
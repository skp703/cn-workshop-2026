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779fe248743cd" /><Relationship Type="http://schemas.openxmlformats.org/officeDocument/2006/relationships/extended-properties" Target="/docProps/app.xml" Id="R37ae1dc56f0b4143" /><Relationship Type="http://schemas.openxmlformats.org/officeDocument/2006/relationships/officeDocument" Target="/ppt/presentation.xml" Id="R104df4450f7c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9c9b724024530"/>
  </p:sldMasterIdLst>
  <p:notesMasterIdLst>
    <p:notesMasterId xmlns:r="http://schemas.openxmlformats.org/officeDocument/2006/relationships" r:id="R80fbceec6a0447bd"/>
  </p:notesMasterIdLst>
  <p:sldIdLst>
    <p:sldId xmlns:r="http://schemas.openxmlformats.org/officeDocument/2006/relationships" id="256" r:id="R8edf9b9d770c4a2e"/>
    <p:sldId xmlns:r="http://schemas.openxmlformats.org/officeDocument/2006/relationships" id="257" r:id="Rdf5a60e4e01140a7"/>
    <p:sldId xmlns:r="http://schemas.openxmlformats.org/officeDocument/2006/relationships" id="258" r:id="Rcd72937e9f1f4b6a"/>
    <p:sldId xmlns:r="http://schemas.openxmlformats.org/officeDocument/2006/relationships" id="259" r:id="Rd611ce6323e248ee"/>
    <p:sldId xmlns:r="http://schemas.openxmlformats.org/officeDocument/2006/relationships" id="260" r:id="R81d1a02725b64041"/>
    <p:sldId xmlns:r="http://schemas.openxmlformats.org/officeDocument/2006/relationships" id="261" r:id="Rc1fdbdef318f4f69"/>
    <p:sldId xmlns:r="http://schemas.openxmlformats.org/officeDocument/2006/relationships" id="262" r:id="Rf93ec7d7ec6a4829"/>
    <p:sldId xmlns:r="http://schemas.openxmlformats.org/officeDocument/2006/relationships" id="263" r:id="Reba1b112a3fd46b4"/>
    <p:sldId xmlns:r="http://schemas.openxmlformats.org/officeDocument/2006/relationships" id="264" r:id="R582d36302d544d3b"/>
    <p:sldId xmlns:r="http://schemas.openxmlformats.org/officeDocument/2006/relationships" id="265" r:id="Ra91d9089190b43b0"/>
    <p:sldId xmlns:r="http://schemas.openxmlformats.org/officeDocument/2006/relationships" id="266" r:id="R5d5b6877699f4031"/>
    <p:sldId xmlns:r="http://schemas.openxmlformats.org/officeDocument/2006/relationships" id="267" r:id="Rdf10c0ba65674c93"/>
    <p:sldId xmlns:r="http://schemas.openxmlformats.org/officeDocument/2006/relationships" id="268" r:id="R9ff8745e50bd4eae"/>
    <p:sldId xmlns:r="http://schemas.openxmlformats.org/officeDocument/2006/relationships" id="269" r:id="R323d0ffe90d74b0f"/>
    <p:sldId xmlns:r="http://schemas.openxmlformats.org/officeDocument/2006/relationships" id="270" r:id="Rde3ab3d041294ace"/>
    <p:sldId xmlns:r="http://schemas.openxmlformats.org/officeDocument/2006/relationships" id="271" r:id="R3b78e27ee72f4156"/>
    <p:sldId xmlns:r="http://schemas.openxmlformats.org/officeDocument/2006/relationships" id="272" r:id="R7df897b885534951"/>
    <p:sldId xmlns:r="http://schemas.openxmlformats.org/officeDocument/2006/relationships" id="273" r:id="R2cb39c49715e410a"/>
    <p:sldId xmlns:r="http://schemas.openxmlformats.org/officeDocument/2006/relationships" id="274" r:id="R09bf99b46b1c4eeb"/>
    <p:sldId xmlns:r="http://schemas.openxmlformats.org/officeDocument/2006/relationships" id="275" r:id="R126202f961e74fe5"/>
    <p:sldId xmlns:r="http://schemas.openxmlformats.org/officeDocument/2006/relationships" id="276" r:id="R50bb2ab740cb44a9"/>
    <p:sldId xmlns:r="http://schemas.openxmlformats.org/officeDocument/2006/relationships" id="277" r:id="R8d15173381d94f28"/>
    <p:sldId xmlns:r="http://schemas.openxmlformats.org/officeDocument/2006/relationships" id="278" r:id="R58a93fb78ef2458c"/>
    <p:sldId xmlns:r="http://schemas.openxmlformats.org/officeDocument/2006/relationships" id="279" r:id="Ra309b16aa9cd4325"/>
    <p:sldId xmlns:r="http://schemas.openxmlformats.org/officeDocument/2006/relationships" id="280" r:id="R5243d5c500074e2f"/>
    <p:sldId xmlns:r="http://schemas.openxmlformats.org/officeDocument/2006/relationships" id="281" r:id="Rc0ef653962ee4ab5"/>
    <p:sldId xmlns:r="http://schemas.openxmlformats.org/officeDocument/2006/relationships" id="282" r:id="R4c0e12b5b7fb48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6c8565fae4ab5" /><Relationship Type="http://schemas.openxmlformats.org/officeDocument/2006/relationships/slideMaster" Target="/ppt/slideMasters/slideMaster1.xml" Id="R97c9c9b724024530" /><Relationship Type="http://schemas.openxmlformats.org/officeDocument/2006/relationships/notesMaster" Target="/ppt/notesMasters/notesMaster1.xml" Id="R80fbceec6a0447bd" /><Relationship Type="http://schemas.openxmlformats.org/officeDocument/2006/relationships/presProps" Target="/ppt/presProps.xml" Id="Ra91720afeae54ea5" /><Relationship Type="http://schemas.openxmlformats.org/officeDocument/2006/relationships/viewProps" Target="/ppt/viewProps.xml" Id="Rf73d1cb448b14d7f" /><Relationship Type="http://schemas.openxmlformats.org/officeDocument/2006/relationships/tableStyles" Target="/ppt/tableStyles.xml" Id="Rdc8e086768574d19" /><Relationship Type="http://schemas.openxmlformats.org/officeDocument/2006/relationships/slide" Target="/ppt/slides/slide1.xml" Id="R8edf9b9d770c4a2e" /><Relationship Type="http://schemas.openxmlformats.org/officeDocument/2006/relationships/slide" Target="/ppt/slides/slide2.xml" Id="Rdf5a60e4e01140a7" /><Relationship Type="http://schemas.openxmlformats.org/officeDocument/2006/relationships/slide" Target="/ppt/slides/slide3.xml" Id="Rcd72937e9f1f4b6a" /><Relationship Type="http://schemas.openxmlformats.org/officeDocument/2006/relationships/slide" Target="/ppt/slides/slide4.xml" Id="Rd611ce6323e248ee" /><Relationship Type="http://schemas.openxmlformats.org/officeDocument/2006/relationships/slide" Target="/ppt/slides/slide5.xml" Id="R81d1a02725b64041" /><Relationship Type="http://schemas.openxmlformats.org/officeDocument/2006/relationships/slide" Target="/ppt/slides/slide6.xml" Id="Rc1fdbdef318f4f69" /><Relationship Type="http://schemas.openxmlformats.org/officeDocument/2006/relationships/slide" Target="/ppt/slides/slide7.xml" Id="Rf93ec7d7ec6a4829" /><Relationship Type="http://schemas.openxmlformats.org/officeDocument/2006/relationships/slide" Target="/ppt/slides/slide8.xml" Id="Reba1b112a3fd46b4" /><Relationship Type="http://schemas.openxmlformats.org/officeDocument/2006/relationships/slide" Target="/ppt/slides/slide9.xml" Id="R582d36302d544d3b" /><Relationship Type="http://schemas.openxmlformats.org/officeDocument/2006/relationships/slide" Target="/ppt/slides/slide10.xml" Id="Ra91d9089190b43b0" /><Relationship Type="http://schemas.openxmlformats.org/officeDocument/2006/relationships/slide" Target="/ppt/slides/slide11.xml" Id="R5d5b6877699f4031" /><Relationship Type="http://schemas.openxmlformats.org/officeDocument/2006/relationships/slide" Target="/ppt/slides/slide12.xml" Id="Rdf10c0ba65674c93" /><Relationship Type="http://schemas.openxmlformats.org/officeDocument/2006/relationships/slide" Target="/ppt/slides/slide13.xml" Id="R9ff8745e50bd4eae" /><Relationship Type="http://schemas.openxmlformats.org/officeDocument/2006/relationships/slide" Target="/ppt/slides/slide14.xml" Id="R323d0ffe90d74b0f" /><Relationship Type="http://schemas.openxmlformats.org/officeDocument/2006/relationships/slide" Target="/ppt/slides/slide15.xml" Id="Rde3ab3d041294ace" /><Relationship Type="http://schemas.openxmlformats.org/officeDocument/2006/relationships/slide" Target="/ppt/slides/slide16.xml" Id="R3b78e27ee72f4156" /><Relationship Type="http://schemas.openxmlformats.org/officeDocument/2006/relationships/slide" Target="/ppt/slides/slide17.xml" Id="R7df897b885534951" /><Relationship Type="http://schemas.openxmlformats.org/officeDocument/2006/relationships/slide" Target="/ppt/slides/slide18.xml" Id="R2cb39c49715e410a" /><Relationship Type="http://schemas.openxmlformats.org/officeDocument/2006/relationships/slide" Target="/ppt/slides/slide19.xml" Id="R09bf99b46b1c4eeb" /><Relationship Type="http://schemas.openxmlformats.org/officeDocument/2006/relationships/slide" Target="/ppt/slides/slide20.xml" Id="R126202f961e74fe5" /><Relationship Type="http://schemas.openxmlformats.org/officeDocument/2006/relationships/slide" Target="/ppt/slides/slide21.xml" Id="R50bb2ab740cb44a9" /><Relationship Type="http://schemas.openxmlformats.org/officeDocument/2006/relationships/slide" Target="/ppt/slides/slide22.xml" Id="R8d15173381d94f28" /><Relationship Type="http://schemas.openxmlformats.org/officeDocument/2006/relationships/slide" Target="/ppt/slides/slide23.xml" Id="R58a93fb78ef2458c" /><Relationship Type="http://schemas.openxmlformats.org/officeDocument/2006/relationships/slide" Target="/ppt/slides/slide24.xml" Id="Ra309b16aa9cd4325" /><Relationship Type="http://schemas.openxmlformats.org/officeDocument/2006/relationships/slide" Target="/ppt/slides/slide25.xml" Id="R5243d5c500074e2f" /><Relationship Type="http://schemas.openxmlformats.org/officeDocument/2006/relationships/slide" Target="/ppt/slides/slide26.xml" Id="Rc0ef653962ee4ab5" /><Relationship Type="http://schemas.openxmlformats.org/officeDocument/2006/relationships/slide" Target="/ppt/slides/slide27.xml" Id="R4c0e12b5b7fb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c58ec2d68845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5c811dcd1049cb" /><Relationship Type="http://schemas.openxmlformats.org/officeDocument/2006/relationships/notesMaster" Target="/ppt/notesMasters/notesMaster1.xml" Id="R78b11e166c62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e2e343a7b4dfc" /><Relationship Type="http://schemas.openxmlformats.org/officeDocument/2006/relationships/notesMaster" Target="/ppt/notesMasters/notesMaster1.xml" Id="R3039e1d6206d43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0e2e2d27846b5" /><Relationship Type="http://schemas.openxmlformats.org/officeDocument/2006/relationships/notesMaster" Target="/ppt/notesMasters/notesMaster1.xml" Id="R44fa57ffe424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bb556fe8f4150" /><Relationship Type="http://schemas.openxmlformats.org/officeDocument/2006/relationships/notesMaster" Target="/ppt/notesMasters/notesMaster1.xml" Id="Rb77379c9458f40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830e7d3e79472d" /><Relationship Type="http://schemas.openxmlformats.org/officeDocument/2006/relationships/notesMaster" Target="/ppt/notesMasters/notesMaster1.xml" Id="R1730aa14f6a04a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016e1f759447f2" /><Relationship Type="http://schemas.openxmlformats.org/officeDocument/2006/relationships/notesMaster" Target="/ppt/notesMasters/notesMaster1.xml" Id="Rcebd2498cbeb49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859d42bd0442c8" /><Relationship Type="http://schemas.openxmlformats.org/officeDocument/2006/relationships/notesMaster" Target="/ppt/notesMasters/notesMaster1.xml" Id="R111dae1d074a4b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6ed4684b494096" /><Relationship Type="http://schemas.openxmlformats.org/officeDocument/2006/relationships/notesMaster" Target="/ppt/notesMasters/notesMaster1.xml" Id="R926b99e30de24d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1d98465944440a" /><Relationship Type="http://schemas.openxmlformats.org/officeDocument/2006/relationships/notesMaster" Target="/ppt/notesMasters/notesMaster1.xml" Id="R62ef6b8f3d214a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1faf48c3e44cb4" /><Relationship Type="http://schemas.openxmlformats.org/officeDocument/2006/relationships/notesMaster" Target="/ppt/notesMasters/notesMaster1.xml" Id="R862920c4824c40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9af2890c7f492e" /><Relationship Type="http://schemas.openxmlformats.org/officeDocument/2006/relationships/notesMaster" Target="/ppt/notesMasters/notesMaster1.xml" Id="Rbd3124ce975545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0f980ad6864b3c" /><Relationship Type="http://schemas.openxmlformats.org/officeDocument/2006/relationships/notesMaster" Target="/ppt/notesMasters/notesMaster1.xml" Id="Rb6f66e773b4e4e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9eee10a33b404f" /><Relationship Type="http://schemas.openxmlformats.org/officeDocument/2006/relationships/notesMaster" Target="/ppt/notesMasters/notesMaster1.xml" Id="R8db10d4062bb45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76801ca8364108" /><Relationship Type="http://schemas.openxmlformats.org/officeDocument/2006/relationships/notesMaster" Target="/ppt/notesMasters/notesMaster1.xml" Id="Rac7a680cbc3e4a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e06b05ac1046aa" /><Relationship Type="http://schemas.openxmlformats.org/officeDocument/2006/relationships/notesMaster" Target="/ppt/notesMasters/notesMaster1.xml" Id="Rbd055b2cb1a54e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86e9625c4f44b1" /><Relationship Type="http://schemas.openxmlformats.org/officeDocument/2006/relationships/notesMaster" Target="/ppt/notesMasters/notesMaster1.xml" Id="Rc39078e7fdc244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7b36b0c3d14e77" /><Relationship Type="http://schemas.openxmlformats.org/officeDocument/2006/relationships/notesMaster" Target="/ppt/notesMasters/notesMaster1.xml" Id="Rc23ce7b4ff5046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388b967e354dc1" /><Relationship Type="http://schemas.openxmlformats.org/officeDocument/2006/relationships/notesMaster" Target="/ppt/notesMasters/notesMaster1.xml" Id="Recfa8e33981a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07458c86c94c9f" /><Relationship Type="http://schemas.openxmlformats.org/officeDocument/2006/relationships/notesMaster" Target="/ppt/notesMasters/notesMaster1.xml" Id="R40f06c1ce05e41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bf8cfa84f44cd3" /><Relationship Type="http://schemas.openxmlformats.org/officeDocument/2006/relationships/notesMaster" Target="/ppt/notesMasters/notesMaster1.xml" Id="R208c822930134f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638331487143c7" /><Relationship Type="http://schemas.openxmlformats.org/officeDocument/2006/relationships/notesMaster" Target="/ppt/notesMasters/notesMaster1.xml" Id="Racb4b032f73c45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5cd7dbbe0248b1" /><Relationship Type="http://schemas.openxmlformats.org/officeDocument/2006/relationships/notesMaster" Target="/ppt/notesMasters/notesMaster1.xml" Id="Rd867cb509f844e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a1e772f57da437e" /><Relationship Type="http://schemas.openxmlformats.org/officeDocument/2006/relationships/notesMaster" Target="/ppt/notesMasters/notesMaster1.xml" Id="Rc4b88ce764e140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d829f992e644d4" /><Relationship Type="http://schemas.openxmlformats.org/officeDocument/2006/relationships/notesMaster" Target="/ppt/notesMasters/notesMaster1.xml" Id="R2eb1cce6fca944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0e87d0c384e4ebb" /><Relationship Type="http://schemas.openxmlformats.org/officeDocument/2006/relationships/notesMaster" Target="/ppt/notesMasters/notesMaster1.xml" Id="R368e45db5c6a47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8b5e42150724c16" /><Relationship Type="http://schemas.openxmlformats.org/officeDocument/2006/relationships/notesMaster" Target="/ppt/notesMasters/notesMaster1.xml" Id="Raf9c5f519ae5424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f6a730f79c4a00" /><Relationship Type="http://schemas.openxmlformats.org/officeDocument/2006/relationships/notesMaster" Target="/ppt/notesMasters/notesMaster1.xml" Id="R363ad418c94e4b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docs/V3_BLUEPRINT.md</a:t>
            </a:r>
            <a:endParaRPr/>
          </a:p>
          <a:p xmlns:a="http://schemas.openxmlformats.org/drawingml/2006/main">
            <a:r>
              <a:t>- 2026 ASCE–EWRI workshop program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docs/V3_BLUEPRINT.md</a:t>
            </a:r>
            <a:endParaRPr/>
          </a:p>
          <a:p xmlns:a="http://schemas.openxmlformats.org/drawingml/2006/main">
            <a:r>
              <a:t>- docs/PARTICIPANT_GUIDE.md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content/workshop.mjs</a:t>
            </a:r>
            <a:endParaRPr/>
          </a:p>
          <a:p xmlns:a="http://schemas.openxmlformats.org/drawingml/2006/main">
            <a:r>
              <a:t>- docs/INSTRUCTOR_RUNBOOK.md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docs/V3_BLUEPRINT.md</a:t>
            </a:r>
            <a:endParaRPr/>
          </a:p>
          <a:p xmlns:a="http://schemas.openxmlformats.org/drawingml/2006/main">
            <a:r>
              <a:t>- notebooks/01–03 participant objectives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data/sites.csv</a:t>
            </a:r>
            <a:endParaRPr/>
          </a:p>
          <a:p xmlns:a="http://schemas.openxmlformats.org/drawingml/2006/main">
            <a:r>
              <a:t>- USGS NWIS</a:t>
            </a:r>
            <a:endParaRPr/>
          </a:p>
          <a:p xmlns:a="http://schemas.openxmlformats.org/drawingml/2006/main">
            <a:r>
              <a:t>- USGS NLDI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NRCS NEH-630 Chapters 9 and 10 (2004)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data/events_01646000.csv</a:t>
            </a:r>
            <a:endParaRPr/>
          </a:p>
          <a:p xmlns:a="http://schemas.openxmlformats.org/drawingml/2006/main">
            <a:r>
              <a:t>- USGS NWIS</a:t>
            </a:r>
            <a:endParaRPr/>
          </a:p>
          <a:p xmlns:a="http://schemas.openxmlformats.org/drawingml/2006/main">
            <a:r>
              <a:t>- cnkit 1.1.0 fit_asymptotic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NRCS NEH-630 Chapter 10 (2004), equations 10-1 and 10-12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NRCS NEH-630 Chapter 10 (2004)</a:t>
            </a:r>
            <a:endParaRPr/>
          </a:p>
          <a:p xmlns:a="http://schemas.openxmlformats.org/drawingml/2006/main">
            <a:r>
              <a:t>- Woodward et al. 2003, DOI 10.1061/40685(2003)308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NRCS NEH-630 Chapters 7, 9, and 10</a:t>
            </a:r>
            <a:endParaRPr/>
          </a:p>
          <a:p xmlns:a="http://schemas.openxmlformats.org/drawingml/2006/main">
            <a:r>
              <a:t>- USDA TR-55 (1986)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USDA TR-55 Worksheet 2</a:t>
            </a:r>
            <a:endParaRPr/>
          </a:p>
          <a:p xmlns:a="http://schemas.openxmlformats.org/drawingml/2006/main">
            <a:r>
              <a:t>- NRCS NEH-630 Chapter 9</a:t>
            </a:r>
            <a:endParaRPr/>
          </a:p>
          <a:p xmlns:a="http://schemas.openxmlformats.org/drawingml/2006/main">
            <a:r>
              <a:t>- notebooks/01_Understand_the_Curve_Number.ipynb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notebooks/01_Understand_the_Curve_Number.ipynb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notebooks/01_Understand_the_Curve_Number.ipynb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USGS NLDI</a:t>
            </a:r>
            <a:endParaRPr/>
          </a:p>
          <a:p xmlns:a="http://schemas.openxmlformats.org/drawingml/2006/main">
            <a:r>
              <a:t>- Annual NLCD</a:t>
            </a:r>
            <a:endParaRPr/>
          </a:p>
          <a:p xmlns:a="http://schemas.openxmlformats.org/drawingml/2006/main">
            <a:r>
              <a:t>- USDA Soil Data Access</a:t>
            </a:r>
            <a:endParaRPr/>
          </a:p>
          <a:p xmlns:a="http://schemas.openxmlformats.org/drawingml/2006/main">
            <a:r>
              <a:t>- cnkit 1.1.0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EPA StreamCat</a:t>
            </a:r>
            <a:endParaRPr/>
          </a:p>
          <a:p xmlns:a="http://schemas.openxmlformats.org/drawingml/2006/main">
            <a:r>
              <a:t>- USDA Soil Data Access</a:t>
            </a:r>
            <a:endParaRPr/>
          </a:p>
          <a:p xmlns:a="http://schemas.openxmlformats.org/drawingml/2006/main">
            <a:r>
              <a:t>- Annual NLCD</a:t>
            </a:r>
            <a:endParaRPr/>
          </a:p>
          <a:p xmlns:a="http://schemas.openxmlformats.org/drawingml/2006/main">
            <a:r>
              <a:t>- gNATSGO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evidence/gee-live/D2_executed_2026-08-06.ipynb</a:t>
            </a:r>
            <a:endParaRPr/>
          </a:p>
          <a:p xmlns:a="http://schemas.openxmlformats.org/drawingml/2006/main">
            <a:r>
              <a:t>- prepared/difficult_run_gee_summary.json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evidence/gee-live/D2_executed_2026-08-06.ipynb</a:t>
            </a:r>
            <a:endParaRPr/>
          </a:p>
          <a:p xmlns:a="http://schemas.openxmlformats.org/drawingml/2006/main">
            <a:r>
              <a:t>- USDA Soil Data Access</a:t>
            </a:r>
            <a:endParaRPr/>
          </a:p>
          <a:p xmlns:a="http://schemas.openxmlformats.org/drawingml/2006/main">
            <a:r>
              <a:t>- HiHydroSoil v2.0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notebooks/02_Build_CN_for_a_Watershed.ipynb</a:t>
            </a:r>
            <a:endParaRPr/>
          </a:p>
          <a:p xmlns:a="http://schemas.openxmlformats.org/drawingml/2006/main">
            <a:r>
              <a:t>- docs/GEE_SETUP.md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notebooks/02_Build_CN_for_a_Watershed.ipynb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evidence/gee-live/D3_executed_2026-08-06.ipynb</a:t>
            </a:r>
            <a:endParaRPr/>
          </a:p>
          <a:p xmlns:a="http://schemas.openxmlformats.org/drawingml/2006/main">
            <a:r>
              <a:t>- prepared/difficult_run_gee_trajectory.csv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data/events_01646000.csv</a:t>
            </a:r>
            <a:endParaRPr/>
          </a:p>
          <a:p xmlns:a="http://schemas.openxmlformats.org/drawingml/2006/main">
            <a:r>
              <a:t>- data/events_01654000.csv</a:t>
            </a:r>
            <a:endParaRPr/>
          </a:p>
          <a:p xmlns:a="http://schemas.openxmlformats.org/drawingml/2006/main">
            <a:r>
              <a:t>- cnkit 1.1.0 fit_asymptotic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data/soilmoisture_power_01646000.csv</a:t>
            </a:r>
            <a:endParaRPr/>
          </a:p>
          <a:p xmlns:a="http://schemas.openxmlformats.org/drawingml/2006/main">
            <a:r>
              <a:t>- data/events_01646000.csv</a:t>
            </a:r>
            <a:endParaRPr/>
          </a:p>
          <a:p xmlns:a="http://schemas.openxmlformats.org/drawingml/2006/main">
            <a:r>
              <a:t>- NASA POWER</a:t>
            </a:r>
            <a:endParaRPr/>
          </a:p>
          <a:p xmlns:a="http://schemas.openxmlformats.org/drawingml/2006/main">
            <a:r>
              <a:t>- USGS NWIS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notebooks/03_Change_and_Uncertainty.ipynb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notebooks/03_Change_and_Uncertainty.ipynb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notebooks/03_Change_and_Uncertainty.ipynb</a:t>
            </a:r>
            <a:endParaRPr/>
          </a:p>
          <a:p xmlns:a="http://schemas.openxmlformats.org/drawingml/2006/main">
            <a:r>
              <a:t>- NRCS NEH-630 Chapters 7, 9, and 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docs/GEE_SETUP.md</a:t>
            </a:r>
            <a:endParaRPr/>
          </a:p>
          <a:p xmlns:a="http://schemas.openxmlformats.org/drawingml/2006/main">
            <a:r>
              <a:t>- https://github.com/skp703/cnkit</a:t>
            </a:r>
            <a:endParaRPr/>
          </a:p>
          <a:p xmlns:a="http://schemas.openxmlformats.org/drawingml/2006/main">
            <a:r>
              <a:t>- https://developers.google.com/earth-engine/guides/access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note: connect this slide to the preceding analytical question.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docs/V3_BLUEPRINT.md</a:t>
            </a:r>
            <a:endParaRPr/>
          </a:p>
          <a:p xmlns:a="http://schemas.openxmlformats.org/drawingml/2006/main">
            <a:r>
              <a:t>- notebooks/01–03 participant reporting prompts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e4c3c7f6f41c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d095d37d6e4f2d" /><Relationship Type="http://schemas.openxmlformats.org/officeDocument/2006/relationships/slideLayout" Target="/ppt/slideLayouts/slideLayout1.xml" Id="Rca946a9bf022450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46a9bf022450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8ef58b6d64600" /><Relationship Type="http://schemas.openxmlformats.org/officeDocument/2006/relationships/notesSlide" Target="/ppt/notesSlides/notesSlide1.xml" Id="R5837d747ca364d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9df0e50604a3a" /><Relationship Type="http://schemas.openxmlformats.org/officeDocument/2006/relationships/notesSlide" Target="/ppt/notesSlides/notesSlide2.xml" Id="R294a8a1e96d2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8c223a87a4163" /><Relationship Type="http://schemas.openxmlformats.org/officeDocument/2006/relationships/notesSlide" Target="/ppt/notesSlides/notesSlide3.xml" Id="Rc07f9f69689647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cc5a231fb43ac" /><Relationship Type="http://schemas.openxmlformats.org/officeDocument/2006/relationships/notesSlide" Target="/ppt/notesSlides/notesSlide4.xml" Id="R60cbc2a93975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e13bbdef746f0" /><Relationship Type="http://schemas.openxmlformats.org/officeDocument/2006/relationships/notesSlide" Target="/ppt/notesSlides/notesSlide5.xml" Id="Reccafb9568bc4e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73a30e4840c2" /><Relationship Type="http://schemas.openxmlformats.org/officeDocument/2006/relationships/notesSlide" Target="/ppt/notesSlides/notesSlide6.xml" Id="Rc574a3158b8f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375673ee42ea" /><Relationship Type="http://schemas.openxmlformats.org/officeDocument/2006/relationships/chart" Target="/ppt/slides/charts/chart1.xml" Id="R6c5f5eb0e93844eb" /><Relationship Type="http://schemas.openxmlformats.org/officeDocument/2006/relationships/notesSlide" Target="/ppt/notesSlides/notesSlide7.xml" Id="R4e6e1be542b44a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274d2c92e4b73" /><Relationship Type="http://schemas.openxmlformats.org/officeDocument/2006/relationships/notesSlide" Target="/ppt/notesSlides/notesSlide8.xml" Id="R0b483989f06144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ee905672548d6" /><Relationship Type="http://schemas.openxmlformats.org/officeDocument/2006/relationships/notesSlide" Target="/ppt/notesSlides/notesSlide9.xml" Id="R46fe3b183d4347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2fc8397f3445f" /><Relationship Type="http://schemas.openxmlformats.org/officeDocument/2006/relationships/notesSlide" Target="/ppt/notesSlides/notesSlide10.xml" Id="Rafa1efa05ac54e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129bc7848415f" /><Relationship Type="http://schemas.openxmlformats.org/officeDocument/2006/relationships/notesSlide" Target="/ppt/notesSlides/notesSlide11.xml" Id="R59216e392b9044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7bc5a6721447e" /><Relationship Type="http://schemas.openxmlformats.org/officeDocument/2006/relationships/notesSlide" Target="/ppt/notesSlides/notesSlide12.xml" Id="Rb23491660d664a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c46b0ad734d13" /><Relationship Type="http://schemas.openxmlformats.org/officeDocument/2006/relationships/notesSlide" Target="/ppt/notesSlides/notesSlide13.xml" Id="R5ed65641cae742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6d55ad9dc43fb" /><Relationship Type="http://schemas.openxmlformats.org/officeDocument/2006/relationships/notesSlide" Target="/ppt/notesSlides/notesSlide14.xml" Id="R63d60ae18d694a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6aa38248a4b0f" /><Relationship Type="http://schemas.openxmlformats.org/officeDocument/2006/relationships/notesSlide" Target="/ppt/notesSlides/notesSlide15.xml" Id="R3a930d8ae5d149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e1a7efd44ccc" /><Relationship Type="http://schemas.openxmlformats.org/officeDocument/2006/relationships/notesSlide" Target="/ppt/notesSlides/notesSlide16.xml" Id="R51b5751f708449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c529050fd42ea" /><Relationship Type="http://schemas.openxmlformats.org/officeDocument/2006/relationships/notesSlide" Target="/ppt/notesSlides/notesSlide17.xml" Id="Rd2ff463018174b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00d167242485d" /><Relationship Type="http://schemas.openxmlformats.org/officeDocument/2006/relationships/notesSlide" Target="/ppt/notesSlides/notesSlide18.xml" Id="R09e1e83ec34349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db34a08394efe" /><Relationship Type="http://schemas.openxmlformats.org/officeDocument/2006/relationships/notesSlide" Target="/ppt/notesSlides/notesSlide19.xml" Id="R78542500c33c4f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1d98f0226426a" /><Relationship Type="http://schemas.openxmlformats.org/officeDocument/2006/relationships/chart" Target="/ppt/slides/charts/chart2.xml" Id="Rabcd05defc5a4c7b" /><Relationship Type="http://schemas.openxmlformats.org/officeDocument/2006/relationships/notesSlide" Target="/ppt/notesSlides/notesSlide20.xml" Id="Rd77b2b0e421a4e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637fe0c9341bf" /><Relationship Type="http://schemas.openxmlformats.org/officeDocument/2006/relationships/notesSlide" Target="/ppt/notesSlides/notesSlide21.xml" Id="Raf3217e03eae4a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091cee49c4ef2" /><Relationship Type="http://schemas.openxmlformats.org/officeDocument/2006/relationships/notesSlide" Target="/ppt/notesSlides/notesSlide22.xml" Id="R351ebb1f08b84d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31c1eee814f7d" /><Relationship Type="http://schemas.openxmlformats.org/officeDocument/2006/relationships/notesSlide" Target="/ppt/notesSlides/notesSlide23.xml" Id="R3b49ad1db43144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4b8d1791e4f19" /><Relationship Type="http://schemas.openxmlformats.org/officeDocument/2006/relationships/notesSlide" Target="/ppt/notesSlides/notesSlide24.xml" Id="R243edb5e329b430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527a440b45ec" /><Relationship Type="http://schemas.openxmlformats.org/officeDocument/2006/relationships/notesSlide" Target="/ppt/notesSlides/notesSlide25.xml" Id="R3ee03d858dce416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d79068cec45e6" /><Relationship Type="http://schemas.openxmlformats.org/officeDocument/2006/relationships/notesSlide" Target="/ppt/notesSlides/notesSlide26.xml" Id="R6484b705ce814f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12ef512b24a3a" /><Relationship Type="http://schemas.openxmlformats.org/officeDocument/2006/relationships/notesSlide" Target="/ppt/notesSlides/notesSlide27.xml" Id="R82bb50ddf2344b2b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Observed storms</c:v>
          </c:tx>
          <c:spPr>
            <a:solidFill xmlns:a="http://schemas.openxmlformats.org/drawingml/2006/main">
              <a:srgbClr val="0B7898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70"/>
              <c:pt idx="0">
                <c:v>1.48</c:v>
              </c:pt>
              <c:pt idx="1">
                <c:v>1.68</c:v>
              </c:pt>
              <c:pt idx="2">
                <c:v>1.79</c:v>
              </c:pt>
              <c:pt idx="3">
                <c:v>1.3000000000000003</c:v>
              </c:pt>
              <c:pt idx="4">
                <c:v>1.63</c:v>
              </c:pt>
              <c:pt idx="5">
                <c:v>2.59</c:v>
              </c:pt>
              <c:pt idx="6">
                <c:v>1.19</c:v>
              </c:pt>
              <c:pt idx="7">
                <c:v>3.379999999999999</c:v>
              </c:pt>
              <c:pt idx="8">
                <c:v>2.4400000000000004</c:v>
              </c:pt>
              <c:pt idx="9">
                <c:v>2.79</c:v>
              </c:pt>
              <c:pt idx="10">
                <c:v>1.5300000000000002</c:v>
              </c:pt>
              <c:pt idx="11">
                <c:v>1.08</c:v>
              </c:pt>
              <c:pt idx="12">
                <c:v>1.14</c:v>
              </c:pt>
              <c:pt idx="13">
                <c:v>3.8299999999999996</c:v>
              </c:pt>
              <c:pt idx="14">
                <c:v>2.27</c:v>
              </c:pt>
              <c:pt idx="15">
                <c:v>1</c:v>
              </c:pt>
              <c:pt idx="16">
                <c:v>1.2999999999999996</c:v>
              </c:pt>
              <c:pt idx="17">
                <c:v>1.1300000000000001</c:v>
              </c:pt>
              <c:pt idx="18">
                <c:v>1.1400000000000001</c:v>
              </c:pt>
              <c:pt idx="19">
                <c:v>1.03</c:v>
              </c:pt>
              <c:pt idx="20">
                <c:v>1.5100000000000002</c:v>
              </c:pt>
              <c:pt idx="21">
                <c:v>2.1999999999999997</c:v>
              </c:pt>
              <c:pt idx="22">
                <c:v>1.0999999999999999</c:v>
              </c:pt>
              <c:pt idx="23">
                <c:v>1.04</c:v>
              </c:pt>
              <c:pt idx="24">
                <c:v>1.6900000000000004</c:v>
              </c:pt>
              <c:pt idx="25">
                <c:v>1.5199999999999998</c:v>
              </c:pt>
              <c:pt idx="26">
                <c:v>1.76</c:v>
              </c:pt>
              <c:pt idx="27">
                <c:v>1.3</c:v>
              </c:pt>
              <c:pt idx="28">
                <c:v>1.4000000000000001</c:v>
              </c:pt>
              <c:pt idx="29">
                <c:v>2.33</c:v>
              </c:pt>
              <c:pt idx="30">
                <c:v>1.13</c:v>
              </c:pt>
              <c:pt idx="31">
                <c:v>1.1700000000000002</c:v>
              </c:pt>
              <c:pt idx="32">
                <c:v>1.41</c:v>
              </c:pt>
              <c:pt idx="33">
                <c:v>1.56</c:v>
              </c:pt>
              <c:pt idx="34">
                <c:v>2.5400000000000005</c:v>
              </c:pt>
              <c:pt idx="35">
                <c:v>1.5200000000000002</c:v>
              </c:pt>
              <c:pt idx="36">
                <c:v>1.41</c:v>
              </c:pt>
              <c:pt idx="37">
                <c:v>4.21</c:v>
              </c:pt>
              <c:pt idx="38">
                <c:v>1.2300000000000002</c:v>
              </c:pt>
              <c:pt idx="39">
                <c:v>1.98</c:v>
              </c:pt>
              <c:pt idx="40">
                <c:v>1.7300000000000002</c:v>
              </c:pt>
              <c:pt idx="41">
                <c:v>2.17</c:v>
              </c:pt>
              <c:pt idx="42">
                <c:v>1.3100000000000005</c:v>
              </c:pt>
              <c:pt idx="43">
                <c:v>1.96</c:v>
              </c:pt>
              <c:pt idx="44">
                <c:v>1.7699999999999998</c:v>
              </c:pt>
              <c:pt idx="45">
                <c:v>2.84</c:v>
              </c:pt>
              <c:pt idx="46">
                <c:v>1.51</c:v>
              </c:pt>
              <c:pt idx="47">
                <c:v>1.01</c:v>
              </c:pt>
              <c:pt idx="48">
                <c:v>2.4</c:v>
              </c:pt>
              <c:pt idx="49">
                <c:v>1.9800000000000002</c:v>
              </c:pt>
              <c:pt idx="50">
                <c:v>1.05</c:v>
              </c:pt>
              <c:pt idx="51">
                <c:v>2.25</c:v>
              </c:pt>
              <c:pt idx="52">
                <c:v>1.13</c:v>
              </c:pt>
              <c:pt idx="53">
                <c:v>1.49</c:v>
              </c:pt>
              <c:pt idx="54">
                <c:v>1.07</c:v>
              </c:pt>
              <c:pt idx="55">
                <c:v>1.2</c:v>
              </c:pt>
              <c:pt idx="56">
                <c:v>4.21</c:v>
              </c:pt>
              <c:pt idx="57">
                <c:v>1.1300000000000001</c:v>
              </c:pt>
              <c:pt idx="58">
                <c:v>1.57</c:v>
              </c:pt>
              <c:pt idx="59">
                <c:v>4.59</c:v>
              </c:pt>
              <c:pt idx="60">
                <c:v>2.28</c:v>
              </c:pt>
              <c:pt idx="61">
                <c:v>1.13</c:v>
              </c:pt>
              <c:pt idx="62">
                <c:v>2.06</c:v>
              </c:pt>
              <c:pt idx="63">
                <c:v>1.7300000000000004</c:v>
              </c:pt>
              <c:pt idx="64">
                <c:v>2.1399999999999997</c:v>
              </c:pt>
              <c:pt idx="65">
                <c:v>1.17</c:v>
              </c:pt>
              <c:pt idx="66">
                <c:v>3.369999999999999</c:v>
              </c:pt>
              <c:pt idx="67">
                <c:v>1.1700000000000002</c:v>
              </c:pt>
              <c:pt idx="68">
                <c:v>1.4800000000000002</c:v>
              </c:pt>
              <c:pt idx="69">
                <c:v>1.11</c:v>
              </c:pt>
              <c:pt idx="70">
                <c:v>1.1699999999999997</c:v>
              </c:pt>
              <c:pt idx="71">
                <c:v>1.04</c:v>
              </c:pt>
              <c:pt idx="72">
                <c:v>3.3000000000000003</c:v>
              </c:pt>
              <c:pt idx="73">
                <c:v>3.0099999999999993</c:v>
              </c:pt>
              <c:pt idx="74">
                <c:v>1.0899999999999999</c:v>
              </c:pt>
              <c:pt idx="75">
                <c:v>1.38</c:v>
              </c:pt>
              <c:pt idx="76">
                <c:v>1.6400000000000001</c:v>
              </c:pt>
              <c:pt idx="77">
                <c:v>1.05</c:v>
              </c:pt>
              <c:pt idx="78">
                <c:v>1.0799999999999998</c:v>
              </c:pt>
              <c:pt idx="79">
                <c:v>1.33</c:v>
              </c:pt>
              <c:pt idx="80">
                <c:v>1.15</c:v>
              </c:pt>
              <c:pt idx="81">
                <c:v>1.02</c:v>
              </c:pt>
              <c:pt idx="82">
                <c:v>1.48</c:v>
              </c:pt>
              <c:pt idx="83">
                <c:v>1.13</c:v>
              </c:pt>
              <c:pt idx="84">
                <c:v>2.04</c:v>
              </c:pt>
              <c:pt idx="85">
                <c:v>2.81</c:v>
              </c:pt>
              <c:pt idx="86">
                <c:v>2.12</c:v>
              </c:pt>
              <c:pt idx="87">
                <c:v>1.28</c:v>
              </c:pt>
              <c:pt idx="88">
                <c:v>1.5799999999999998</c:v>
              </c:pt>
              <c:pt idx="89">
                <c:v>1.4099999999999997</c:v>
              </c:pt>
              <c:pt idx="90">
                <c:v>1.62</c:v>
              </c:pt>
              <c:pt idx="91">
                <c:v>2.17</c:v>
              </c:pt>
              <c:pt idx="92">
                <c:v>1.3699999999999999</c:v>
              </c:pt>
              <c:pt idx="93">
                <c:v>1.01</c:v>
              </c:pt>
              <c:pt idx="94">
                <c:v>1.24</c:v>
              </c:pt>
              <c:pt idx="95">
                <c:v>2.410000000000001</c:v>
              </c:pt>
              <c:pt idx="96">
                <c:v>1.3300000000000003</c:v>
              </c:pt>
              <c:pt idx="97">
                <c:v>1</c:v>
              </c:pt>
              <c:pt idx="98">
                <c:v>1.1299999999999997</c:v>
              </c:pt>
              <c:pt idx="99">
                <c:v>4.04</c:v>
              </c:pt>
              <c:pt idx="100">
                <c:v>1.4699999999999998</c:v>
              </c:pt>
              <c:pt idx="101">
                <c:v>1.3199999999999998</c:v>
              </c:pt>
              <c:pt idx="102">
                <c:v>2.1300000000000003</c:v>
              </c:pt>
              <c:pt idx="103">
                <c:v>1.04</c:v>
              </c:pt>
              <c:pt idx="104">
                <c:v>2.41</c:v>
              </c:pt>
              <c:pt idx="105">
                <c:v>1.9100000000000004</c:v>
              </c:pt>
              <c:pt idx="106">
                <c:v>2.3000000000000003</c:v>
              </c:pt>
              <c:pt idx="107">
                <c:v>4.6899999999999995</c:v>
              </c:pt>
              <c:pt idx="108">
                <c:v>1.1800000000000002</c:v>
              </c:pt>
              <c:pt idx="109">
                <c:v>1.6800000000000002</c:v>
              </c:pt>
              <c:pt idx="110">
                <c:v>2.9299999999999993</c:v>
              </c:pt>
              <c:pt idx="111">
                <c:v>2.64</c:v>
              </c:pt>
              <c:pt idx="112">
                <c:v>1.6500000000000001</c:v>
              </c:pt>
              <c:pt idx="113">
                <c:v>1.5499999999999998</c:v>
              </c:pt>
              <c:pt idx="114">
                <c:v>2.06</c:v>
              </c:pt>
              <c:pt idx="115">
                <c:v>1.15</c:v>
              </c:pt>
              <c:pt idx="116">
                <c:v>2.55</c:v>
              </c:pt>
              <c:pt idx="117">
                <c:v>1.0899999999999999</c:v>
              </c:pt>
              <c:pt idx="118">
                <c:v>2.24</c:v>
              </c:pt>
              <c:pt idx="119">
                <c:v>1.4300000000000002</c:v>
              </c:pt>
              <c:pt idx="120">
                <c:v>2.08</c:v>
              </c:pt>
              <c:pt idx="121">
                <c:v>1.9699999999999995</c:v>
              </c:pt>
              <c:pt idx="122">
                <c:v>1.3399999999999999</c:v>
              </c:pt>
              <c:pt idx="123">
                <c:v>1.5499999999999998</c:v>
              </c:pt>
              <c:pt idx="124">
                <c:v>3.5000000000000004</c:v>
              </c:pt>
              <c:pt idx="125">
                <c:v>1.1</c:v>
              </c:pt>
              <c:pt idx="126">
                <c:v>1.8100000000000003</c:v>
              </c:pt>
              <c:pt idx="127">
                <c:v>2.17</c:v>
              </c:pt>
              <c:pt idx="128">
                <c:v>2.8600000000000008</c:v>
              </c:pt>
              <c:pt idx="129">
                <c:v>1.6200000000000006</c:v>
              </c:pt>
              <c:pt idx="130">
                <c:v>1.5999999999999999</c:v>
              </c:pt>
              <c:pt idx="131">
                <c:v>1.53</c:v>
              </c:pt>
              <c:pt idx="132">
                <c:v>3.6099999999999994</c:v>
              </c:pt>
              <c:pt idx="133">
                <c:v>1.08</c:v>
              </c:pt>
              <c:pt idx="134">
                <c:v>1.22</c:v>
              </c:pt>
              <c:pt idx="135">
                <c:v>4.069999999999999</c:v>
              </c:pt>
              <c:pt idx="136">
                <c:v>2.7800000000000002</c:v>
              </c:pt>
              <c:pt idx="137">
                <c:v>1.15</c:v>
              </c:pt>
              <c:pt idx="138">
                <c:v>1.2899999999999998</c:v>
              </c:pt>
              <c:pt idx="139">
                <c:v>1.26</c:v>
              </c:pt>
              <c:pt idx="140">
                <c:v>2.55</c:v>
              </c:pt>
              <c:pt idx="141">
                <c:v>1.36</c:v>
              </c:pt>
              <c:pt idx="142">
                <c:v>1.14</c:v>
              </c:pt>
              <c:pt idx="143">
                <c:v>1</c:v>
              </c:pt>
              <c:pt idx="144">
                <c:v>2.6799999999999997</c:v>
              </c:pt>
              <c:pt idx="145">
                <c:v>4.369999999999999</c:v>
              </c:pt>
              <c:pt idx="146">
                <c:v>3.4</c:v>
              </c:pt>
              <c:pt idx="147">
                <c:v>1.5600000000000003</c:v>
              </c:pt>
              <c:pt idx="148">
                <c:v>1.6199999999999997</c:v>
              </c:pt>
              <c:pt idx="149">
                <c:v>1.29</c:v>
              </c:pt>
              <c:pt idx="150">
                <c:v>1.39</c:v>
              </c:pt>
              <c:pt idx="151">
                <c:v>1.26</c:v>
              </c:pt>
              <c:pt idx="152">
                <c:v>1.8299999999999998</c:v>
              </c:pt>
              <c:pt idx="153">
                <c:v>3.120000000000001</c:v>
              </c:pt>
              <c:pt idx="154">
                <c:v>1.48</c:v>
              </c:pt>
              <c:pt idx="155">
                <c:v>1.5800000000000003</c:v>
              </c:pt>
              <c:pt idx="156">
                <c:v>1.15</c:v>
              </c:pt>
              <c:pt idx="157">
                <c:v>1.5599999999999998</c:v>
              </c:pt>
              <c:pt idx="158">
                <c:v>2.7700000000000005</c:v>
              </c:pt>
              <c:pt idx="159">
                <c:v>1.63</c:v>
              </c:pt>
              <c:pt idx="160">
                <c:v>1.18</c:v>
              </c:pt>
              <c:pt idx="161">
                <c:v>2.5799999999999996</c:v>
              </c:pt>
              <c:pt idx="162">
                <c:v>1.4399999999999995</c:v>
              </c:pt>
              <c:pt idx="163">
                <c:v>1.7999999999999998</c:v>
              </c:pt>
              <c:pt idx="164">
                <c:v>1.2399999999999998</c:v>
              </c:pt>
              <c:pt idx="165">
                <c:v>1.57</c:v>
              </c:pt>
              <c:pt idx="166">
                <c:v>1.9000000000000004</c:v>
              </c:pt>
              <c:pt idx="167">
                <c:v>1.8299999999999996</c:v>
              </c:pt>
              <c:pt idx="168">
                <c:v>3.3600000000000003</c:v>
              </c:pt>
              <c:pt idx="169">
                <c:v>2.51</c:v>
              </c:pt>
              <c:pt idx="170">
                <c:v>1.6500000000000001</c:v>
              </c:pt>
              <c:pt idx="171">
                <c:v>1.33</c:v>
              </c:pt>
              <c:pt idx="172">
                <c:v>2.0200000000000005</c:v>
              </c:pt>
              <c:pt idx="173">
                <c:v>1.4300000000000002</c:v>
              </c:pt>
              <c:pt idx="174">
                <c:v>1.3899999999999997</c:v>
              </c:pt>
              <c:pt idx="175">
                <c:v>1.0699999999999998</c:v>
              </c:pt>
              <c:pt idx="176">
                <c:v>3.7899999999999996</c:v>
              </c:pt>
              <c:pt idx="177">
                <c:v>1.2000000000000002</c:v>
              </c:pt>
              <c:pt idx="178">
                <c:v>1.08</c:v>
              </c:pt>
              <c:pt idx="179">
                <c:v>1.2999999999999998</c:v>
              </c:pt>
              <c:pt idx="180">
                <c:v>1.11</c:v>
              </c:pt>
              <c:pt idx="181">
                <c:v>2.68</c:v>
              </c:pt>
              <c:pt idx="182">
                <c:v>1.12</c:v>
              </c:pt>
              <c:pt idx="183">
                <c:v>1.3899999999999997</c:v>
              </c:pt>
              <c:pt idx="184">
                <c:v>1.2</c:v>
              </c:pt>
              <c:pt idx="185">
                <c:v>1.09</c:v>
              </c:pt>
              <c:pt idx="186">
                <c:v>1.5400000000000003</c:v>
              </c:pt>
              <c:pt idx="187">
                <c:v>2.0799999999999996</c:v>
              </c:pt>
              <c:pt idx="188">
                <c:v>2.1100000000000003</c:v>
              </c:pt>
              <c:pt idx="189">
                <c:v>1.4199999999999997</c:v>
              </c:pt>
              <c:pt idx="190">
                <c:v>1.9300000000000002</c:v>
              </c:pt>
              <c:pt idx="191">
                <c:v>1.01</c:v>
              </c:pt>
              <c:pt idx="192">
                <c:v>1.5300000000000005</c:v>
              </c:pt>
              <c:pt idx="193">
                <c:v>1.54</c:v>
              </c:pt>
              <c:pt idx="194">
                <c:v>2.1200000000000006</c:v>
              </c:pt>
              <c:pt idx="195">
                <c:v>1.2200000000000002</c:v>
              </c:pt>
              <c:pt idx="196">
                <c:v>1.07</c:v>
              </c:pt>
              <c:pt idx="197">
                <c:v>2.0000000000000004</c:v>
              </c:pt>
              <c:pt idx="198">
                <c:v>2.39</c:v>
              </c:pt>
              <c:pt idx="199">
                <c:v>2.79</c:v>
              </c:pt>
              <c:pt idx="200">
                <c:v>2.1399999999999997</c:v>
              </c:pt>
              <c:pt idx="201">
                <c:v>1.7600000000000002</c:v>
              </c:pt>
              <c:pt idx="202">
                <c:v>1.4599999999999997</c:v>
              </c:pt>
              <c:pt idx="203">
                <c:v>1.9400000000000004</c:v>
              </c:pt>
              <c:pt idx="204">
                <c:v>3.0200000000000005</c:v>
              </c:pt>
              <c:pt idx="205">
                <c:v>1.9699999999999998</c:v>
              </c:pt>
              <c:pt idx="206">
                <c:v>1.85</c:v>
              </c:pt>
              <c:pt idx="207">
                <c:v>2.85</c:v>
              </c:pt>
              <c:pt idx="208">
                <c:v>1.6500000000000001</c:v>
              </c:pt>
              <c:pt idx="209">
                <c:v>2.17</c:v>
              </c:pt>
              <c:pt idx="210">
                <c:v>2.5300000000000002</c:v>
              </c:pt>
              <c:pt idx="211">
                <c:v>1.26</c:v>
              </c:pt>
              <c:pt idx="212">
                <c:v>2.18</c:v>
              </c:pt>
              <c:pt idx="213">
                <c:v>2.55</c:v>
              </c:pt>
              <c:pt idx="214">
                <c:v>1.4400000000000002</c:v>
              </c:pt>
              <c:pt idx="215">
                <c:v>2.9000000000000004</c:v>
              </c:pt>
              <c:pt idx="216">
                <c:v>1.82</c:v>
              </c:pt>
              <c:pt idx="217">
                <c:v>1.8399999999999999</c:v>
              </c:pt>
              <c:pt idx="218">
                <c:v>1.5300000000000002</c:v>
              </c:pt>
              <c:pt idx="219">
                <c:v>1.8400000000000003</c:v>
              </c:pt>
              <c:pt idx="220">
                <c:v>1.57</c:v>
              </c:pt>
              <c:pt idx="221">
                <c:v>1.1400000000000001</c:v>
              </c:pt>
              <c:pt idx="222">
                <c:v>1.8899999999999997</c:v>
              </c:pt>
              <c:pt idx="223">
                <c:v>2.079999999999999</c:v>
              </c:pt>
              <c:pt idx="224">
                <c:v>1.7400000000000002</c:v>
              </c:pt>
              <c:pt idx="225">
                <c:v>1.02</c:v>
              </c:pt>
              <c:pt idx="226">
                <c:v>3.4699999999999998</c:v>
              </c:pt>
              <c:pt idx="227">
                <c:v>1.5499999999999998</c:v>
              </c:pt>
              <c:pt idx="228">
                <c:v>1.9100000000000001</c:v>
              </c:pt>
              <c:pt idx="229">
                <c:v>1.9800000000000004</c:v>
              </c:pt>
              <c:pt idx="230">
                <c:v>1.81</c:v>
              </c:pt>
              <c:pt idx="231">
                <c:v>1.35</c:v>
              </c:pt>
              <c:pt idx="232">
                <c:v>2.1</c:v>
              </c:pt>
              <c:pt idx="233">
                <c:v>1.1899999999999997</c:v>
              </c:pt>
              <c:pt idx="234">
                <c:v>1.84</c:v>
              </c:pt>
              <c:pt idx="235">
                <c:v>1.8800000000000003</c:v>
              </c:pt>
              <c:pt idx="236">
                <c:v>2.02</c:v>
              </c:pt>
              <c:pt idx="237">
                <c:v>2.1900000000000004</c:v>
              </c:pt>
              <c:pt idx="238">
                <c:v>1.1899999999999995</c:v>
              </c:pt>
              <c:pt idx="239">
                <c:v>1.0299999999999998</c:v>
              </c:pt>
              <c:pt idx="240">
                <c:v>2.96</c:v>
              </c:pt>
              <c:pt idx="241">
                <c:v>2.09</c:v>
              </c:pt>
              <c:pt idx="242">
                <c:v>1.29</c:v>
              </c:pt>
              <c:pt idx="243">
                <c:v>2.6699999999999995</c:v>
              </c:pt>
              <c:pt idx="244">
                <c:v>1.2400000000000002</c:v>
              </c:pt>
              <c:pt idx="245">
                <c:v>1.59</c:v>
              </c:pt>
              <c:pt idx="246">
                <c:v>7.0600000000000005</c:v>
              </c:pt>
              <c:pt idx="247">
                <c:v>1.2399999999999998</c:v>
              </c:pt>
              <c:pt idx="248">
                <c:v>1.1800000000000002</c:v>
              </c:pt>
              <c:pt idx="249">
                <c:v>1.17</c:v>
              </c:pt>
              <c:pt idx="250">
                <c:v>1.6600000000000001</c:v>
              </c:pt>
              <c:pt idx="251">
                <c:v>1.1500000000000001</c:v>
              </c:pt>
              <c:pt idx="252">
                <c:v>8.39</c:v>
              </c:pt>
              <c:pt idx="253">
                <c:v>2.8500000000000005</c:v>
              </c:pt>
              <c:pt idx="254">
                <c:v>1.29</c:v>
              </c:pt>
              <c:pt idx="255">
                <c:v>2.0999999999999996</c:v>
              </c:pt>
              <c:pt idx="256">
                <c:v>1.17</c:v>
              </c:pt>
              <c:pt idx="257">
                <c:v>1.6699999999999997</c:v>
              </c:pt>
              <c:pt idx="258">
                <c:v>2.22</c:v>
              </c:pt>
              <c:pt idx="259">
                <c:v>1.0500000000000003</c:v>
              </c:pt>
              <c:pt idx="260">
                <c:v>1.5999999999999999</c:v>
              </c:pt>
              <c:pt idx="261">
                <c:v>2.23</c:v>
              </c:pt>
              <c:pt idx="262">
                <c:v>2.440000000000001</c:v>
              </c:pt>
              <c:pt idx="263">
                <c:v>1.0199999999999998</c:v>
              </c:pt>
              <c:pt idx="264">
                <c:v>1.2300000000000004</c:v>
              </c:pt>
              <c:pt idx="265">
                <c:v>1.86</c:v>
              </c:pt>
              <c:pt idx="266">
                <c:v>3.5900000000000003</c:v>
              </c:pt>
              <c:pt idx="267">
                <c:v>1.6199999999999997</c:v>
              </c:pt>
              <c:pt idx="268">
                <c:v>1.64</c:v>
              </c:pt>
              <c:pt idx="269">
                <c:v>1.02</c:v>
              </c:pt>
              <c:pt idx="270">
                <c:v>3.8400000000000003</c:v>
              </c:pt>
              <c:pt idx="271">
                <c:v>1.1</c:v>
              </c:pt>
              <c:pt idx="272">
                <c:v>5.65</c:v>
              </c:pt>
              <c:pt idx="273">
                <c:v>2.2600000000000002</c:v>
              </c:pt>
              <c:pt idx="274">
                <c:v>1.05</c:v>
              </c:pt>
              <c:pt idx="275">
                <c:v>1.3300000000000005</c:v>
              </c:pt>
              <c:pt idx="276">
                <c:v>7.379999999999999</c:v>
              </c:pt>
              <c:pt idx="277">
                <c:v>1.4600000000000002</c:v>
              </c:pt>
              <c:pt idx="278">
                <c:v>1.3199999999999998</c:v>
              </c:pt>
              <c:pt idx="279">
                <c:v>1.29</c:v>
              </c:pt>
              <c:pt idx="280">
                <c:v>1.55</c:v>
              </c:pt>
              <c:pt idx="281">
                <c:v>2.08</c:v>
              </c:pt>
              <c:pt idx="282">
                <c:v>1.2200000000000002</c:v>
              </c:pt>
              <c:pt idx="283">
                <c:v>1.9599999999999997</c:v>
              </c:pt>
              <c:pt idx="284">
                <c:v>3.7099999999999995</c:v>
              </c:pt>
              <c:pt idx="285">
                <c:v>2.3999999999999995</c:v>
              </c:pt>
              <c:pt idx="286">
                <c:v>1.0500000000000003</c:v>
              </c:pt>
              <c:pt idx="287">
                <c:v>3.1500000000000004</c:v>
              </c:pt>
              <c:pt idx="288">
                <c:v>1.4500000000000004</c:v>
              </c:pt>
              <c:pt idx="289">
                <c:v>2.1500000000000004</c:v>
              </c:pt>
              <c:pt idx="290">
                <c:v>1.43</c:v>
              </c:pt>
              <c:pt idx="291">
                <c:v>1.1300000000000001</c:v>
              </c:pt>
              <c:pt idx="292">
                <c:v>2.54</c:v>
              </c:pt>
              <c:pt idx="293">
                <c:v>1.1700000000000002</c:v>
              </c:pt>
              <c:pt idx="294">
                <c:v>1.4000000000000001</c:v>
              </c:pt>
              <c:pt idx="295">
                <c:v>2.5</c:v>
              </c:pt>
              <c:pt idx="296">
                <c:v>1.08</c:v>
              </c:pt>
              <c:pt idx="297">
                <c:v>1.4599999999999997</c:v>
              </c:pt>
              <c:pt idx="298">
                <c:v>2.0700000000000003</c:v>
              </c:pt>
              <c:pt idx="299">
                <c:v>1.23</c:v>
              </c:pt>
              <c:pt idx="300">
                <c:v>1.6400000000000001</c:v>
              </c:pt>
              <c:pt idx="301">
                <c:v>1.4800000000000002</c:v>
              </c:pt>
              <c:pt idx="302">
                <c:v>1.5899999999999999</c:v>
              </c:pt>
              <c:pt idx="303">
                <c:v>2.81</c:v>
              </c:pt>
              <c:pt idx="304">
                <c:v>1.0399999999999998</c:v>
              </c:pt>
              <c:pt idx="305">
                <c:v>2.120000000000001</c:v>
              </c:pt>
              <c:pt idx="306">
                <c:v>2.3700000000000006</c:v>
              </c:pt>
              <c:pt idx="307">
                <c:v>1</c:v>
              </c:pt>
              <c:pt idx="308">
                <c:v>2.4699999999999998</c:v>
              </c:pt>
              <c:pt idx="309">
                <c:v>1.25</c:v>
              </c:pt>
              <c:pt idx="310">
                <c:v>1.9699999999999998</c:v>
              </c:pt>
              <c:pt idx="311">
                <c:v>3</c:v>
              </c:pt>
              <c:pt idx="312">
                <c:v>6.2</c:v>
              </c:pt>
              <c:pt idx="313">
                <c:v>1.02</c:v>
              </c:pt>
              <c:pt idx="314">
                <c:v>1.1099999999999999</c:v>
              </c:pt>
              <c:pt idx="315">
                <c:v>1.34</c:v>
              </c:pt>
              <c:pt idx="316">
                <c:v>1.0399999999999998</c:v>
              </c:pt>
              <c:pt idx="317">
                <c:v>1.03</c:v>
              </c:pt>
              <c:pt idx="318">
                <c:v>1.62</c:v>
              </c:pt>
              <c:pt idx="319">
                <c:v>2.31</c:v>
              </c:pt>
              <c:pt idx="320">
                <c:v>1.8</c:v>
              </c:pt>
              <c:pt idx="321">
                <c:v>1.43</c:v>
              </c:pt>
              <c:pt idx="322">
                <c:v>2.4700000000000006</c:v>
              </c:pt>
              <c:pt idx="323">
                <c:v>2.1799999999999997</c:v>
              </c:pt>
              <c:pt idx="324">
                <c:v>9.579999999999998</c:v>
              </c:pt>
              <c:pt idx="325">
                <c:v>2.41</c:v>
              </c:pt>
              <c:pt idx="326">
                <c:v>1.4600000000000002</c:v>
              </c:pt>
              <c:pt idx="327">
                <c:v>1.1700000000000002</c:v>
              </c:pt>
              <c:pt idx="328">
                <c:v>2.6000000000000005</c:v>
              </c:pt>
              <c:pt idx="329">
                <c:v>1.29</c:v>
              </c:pt>
              <c:pt idx="330">
                <c:v>1.4000000000000004</c:v>
              </c:pt>
              <c:pt idx="331">
                <c:v>1.0700000000000003</c:v>
              </c:pt>
              <c:pt idx="332">
                <c:v>1.5599999999999998</c:v>
              </c:pt>
              <c:pt idx="333">
                <c:v>1.94</c:v>
              </c:pt>
              <c:pt idx="334">
                <c:v>1.5999999999999999</c:v>
              </c:pt>
              <c:pt idx="335">
                <c:v>1.3800000000000001</c:v>
              </c:pt>
              <c:pt idx="336">
                <c:v>1.02</c:v>
              </c:pt>
              <c:pt idx="337">
                <c:v>1.93</c:v>
              </c:pt>
              <c:pt idx="338">
                <c:v>5.880000000000001</c:v>
              </c:pt>
              <c:pt idx="339">
                <c:v>1.11</c:v>
              </c:pt>
              <c:pt idx="340">
                <c:v>1.8399999999999999</c:v>
              </c:pt>
              <c:pt idx="341">
                <c:v>1.26</c:v>
              </c:pt>
              <c:pt idx="342">
                <c:v>1.5499999999999998</c:v>
              </c:pt>
              <c:pt idx="343">
                <c:v>1.1500000000000001</c:v>
              </c:pt>
              <c:pt idx="344">
                <c:v>1.2199999999999998</c:v>
              </c:pt>
              <c:pt idx="345">
                <c:v>2.38</c:v>
              </c:pt>
              <c:pt idx="346">
                <c:v>2.1</c:v>
              </c:pt>
              <c:pt idx="347">
                <c:v>2.3200000000000007</c:v>
              </c:pt>
              <c:pt idx="348">
                <c:v>1.23</c:v>
              </c:pt>
              <c:pt idx="349">
                <c:v>1.96</c:v>
              </c:pt>
              <c:pt idx="350">
                <c:v>2.3399999999999994</c:v>
              </c:pt>
              <c:pt idx="351">
                <c:v>1.03</c:v>
              </c:pt>
              <c:pt idx="352">
                <c:v>5.749999999999999</c:v>
              </c:pt>
              <c:pt idx="353">
                <c:v>2.26</c:v>
              </c:pt>
              <c:pt idx="354">
                <c:v>1.11</c:v>
              </c:pt>
              <c:pt idx="355">
                <c:v>1.43</c:v>
              </c:pt>
              <c:pt idx="356">
                <c:v>1.0899999999999999</c:v>
              </c:pt>
              <c:pt idx="357">
                <c:v>1.1999999999999997</c:v>
              </c:pt>
              <c:pt idx="358">
                <c:v>1.38</c:v>
              </c:pt>
              <c:pt idx="359">
                <c:v>1.83</c:v>
              </c:pt>
              <c:pt idx="360">
                <c:v>1.7100000000000002</c:v>
              </c:pt>
              <c:pt idx="361">
                <c:v>2.6</c:v>
              </c:pt>
              <c:pt idx="362">
                <c:v>1.7600000000000002</c:v>
              </c:pt>
              <c:pt idx="363">
                <c:v>5.819999999999999</c:v>
              </c:pt>
              <c:pt idx="364">
                <c:v>3.6499999999999995</c:v>
              </c:pt>
              <c:pt idx="365">
                <c:v>1.0500000000000003</c:v>
              </c:pt>
              <c:pt idx="366">
                <c:v>1.09</c:v>
              </c:pt>
              <c:pt idx="367">
                <c:v>2.8200000000000007</c:v>
              </c:pt>
              <c:pt idx="368">
                <c:v>1.0399999999999998</c:v>
              </c:pt>
              <c:pt idx="369">
                <c:v>1.58</c:v>
              </c:pt>
              <c:pt idx="370">
                <c:v>2</c:v>
              </c:pt>
              <c:pt idx="371">
                <c:v>3.4799999999999995</c:v>
              </c:pt>
              <c:pt idx="372">
                <c:v>1.4800000000000002</c:v>
              </c:pt>
              <c:pt idx="373">
                <c:v>1.21</c:v>
              </c:pt>
              <c:pt idx="374">
                <c:v>1.2000000000000002</c:v>
              </c:pt>
              <c:pt idx="375">
                <c:v>1.1900000000000002</c:v>
              </c:pt>
              <c:pt idx="376">
                <c:v>1.17</c:v>
              </c:pt>
              <c:pt idx="377">
                <c:v>1.34</c:v>
              </c:pt>
              <c:pt idx="378">
                <c:v>1.08</c:v>
              </c:pt>
              <c:pt idx="379">
                <c:v>1.23</c:v>
              </c:pt>
              <c:pt idx="380">
                <c:v>1.35</c:v>
              </c:pt>
              <c:pt idx="381">
                <c:v>1.2</c:v>
              </c:pt>
              <c:pt idx="382">
                <c:v>1.5199999999999998</c:v>
              </c:pt>
              <c:pt idx="383">
                <c:v>1.18</c:v>
              </c:pt>
              <c:pt idx="384">
                <c:v>3.06</c:v>
              </c:pt>
              <c:pt idx="385">
                <c:v>2.4899999999999998</c:v>
              </c:pt>
              <c:pt idx="386">
                <c:v>1.24</c:v>
              </c:pt>
              <c:pt idx="387">
                <c:v>1.5800000000000005</c:v>
              </c:pt>
              <c:pt idx="388">
                <c:v>1.7700000000000002</c:v>
              </c:pt>
              <c:pt idx="389">
                <c:v>4.52</c:v>
              </c:pt>
              <c:pt idx="390">
                <c:v>1.11</c:v>
              </c:pt>
              <c:pt idx="391">
                <c:v>1.48</c:v>
              </c:pt>
              <c:pt idx="392">
                <c:v>2.27</c:v>
              </c:pt>
              <c:pt idx="393">
                <c:v>1.07</c:v>
              </c:pt>
              <c:pt idx="394">
                <c:v>2.99</c:v>
              </c:pt>
              <c:pt idx="395">
                <c:v>1.41</c:v>
              </c:pt>
              <c:pt idx="396">
                <c:v>1.7999999999999996</c:v>
              </c:pt>
              <c:pt idx="397">
                <c:v>1.4400000000000002</c:v>
              </c:pt>
              <c:pt idx="398">
                <c:v>3.8899999999999997</c:v>
              </c:pt>
              <c:pt idx="399">
                <c:v>1.44</c:v>
              </c:pt>
              <c:pt idx="400">
                <c:v>1.3400000000000003</c:v>
              </c:pt>
              <c:pt idx="401">
                <c:v>1.6600000000000001</c:v>
              </c:pt>
              <c:pt idx="402">
                <c:v>1.05</c:v>
              </c:pt>
              <c:pt idx="403">
                <c:v>2.14</c:v>
              </c:pt>
              <c:pt idx="404">
                <c:v>1.29</c:v>
              </c:pt>
              <c:pt idx="405">
                <c:v>3.3099999999999996</c:v>
              </c:pt>
              <c:pt idx="406">
                <c:v>1.3399999999999999</c:v>
              </c:pt>
              <c:pt idx="407">
                <c:v>1</c:v>
              </c:pt>
              <c:pt idx="408">
                <c:v>1.2000000000000002</c:v>
              </c:pt>
              <c:pt idx="409">
                <c:v>1.1800000000000002</c:v>
              </c:pt>
              <c:pt idx="410">
                <c:v>1.2899999999999998</c:v>
              </c:pt>
              <c:pt idx="411">
                <c:v>1.43</c:v>
              </c:pt>
              <c:pt idx="412">
                <c:v>1.34</c:v>
              </c:pt>
              <c:pt idx="413">
                <c:v>2.3099999999999996</c:v>
              </c:pt>
              <c:pt idx="414">
                <c:v>1.8700000000000003</c:v>
              </c:pt>
              <c:pt idx="415">
                <c:v>1.5799999999999996</c:v>
              </c:pt>
              <c:pt idx="416">
                <c:v>1.62</c:v>
              </c:pt>
              <c:pt idx="417">
                <c:v>2.2099999999999995</c:v>
              </c:pt>
              <c:pt idx="418">
                <c:v>4.55</c:v>
              </c:pt>
              <c:pt idx="419">
                <c:v>1.0599999999999998</c:v>
              </c:pt>
              <c:pt idx="420">
                <c:v>1.1499999999999997</c:v>
              </c:pt>
              <c:pt idx="421">
                <c:v>1.07</c:v>
              </c:pt>
              <c:pt idx="422">
                <c:v>1.13</c:v>
              </c:pt>
              <c:pt idx="423">
                <c:v>1.7099999999999997</c:v>
              </c:pt>
              <c:pt idx="424">
                <c:v>1.3399999999999999</c:v>
              </c:pt>
              <c:pt idx="425">
                <c:v>2.4800000000000004</c:v>
              </c:pt>
              <c:pt idx="426">
                <c:v>1.6400000000000006</c:v>
              </c:pt>
              <c:pt idx="427">
                <c:v>5.620000000000001</c:v>
              </c:pt>
              <c:pt idx="428">
                <c:v>1.44</c:v>
              </c:pt>
              <c:pt idx="429">
                <c:v>3.63</c:v>
              </c:pt>
              <c:pt idx="430">
                <c:v>2.2300000000000004</c:v>
              </c:pt>
              <c:pt idx="431">
                <c:v>1.31</c:v>
              </c:pt>
              <c:pt idx="432">
                <c:v>8.22</c:v>
              </c:pt>
              <c:pt idx="433">
                <c:v>3.63</c:v>
              </c:pt>
              <c:pt idx="434">
                <c:v>1.1500000000000001</c:v>
              </c:pt>
              <c:pt idx="435">
                <c:v>1.27</c:v>
              </c:pt>
              <c:pt idx="436">
                <c:v>3.63</c:v>
              </c:pt>
              <c:pt idx="437">
                <c:v>3.36</c:v>
              </c:pt>
              <c:pt idx="438">
                <c:v>1.4599999999999997</c:v>
              </c:pt>
              <c:pt idx="439">
                <c:v>1.5299999999999996</c:v>
              </c:pt>
              <c:pt idx="440">
                <c:v>1.14</c:v>
              </c:pt>
              <c:pt idx="441">
                <c:v>1.6300000000000003</c:v>
              </c:pt>
              <c:pt idx="442">
                <c:v>1.52</c:v>
              </c:pt>
              <c:pt idx="443">
                <c:v>1.7800000000000002</c:v>
              </c:pt>
              <c:pt idx="444">
                <c:v>3.8099999999999996</c:v>
              </c:pt>
              <c:pt idx="445">
                <c:v>1.1800000000000002</c:v>
              </c:pt>
              <c:pt idx="446">
                <c:v>1.08</c:v>
              </c:pt>
              <c:pt idx="447">
                <c:v>1.03</c:v>
              </c:pt>
              <c:pt idx="448">
                <c:v>1.09</c:v>
              </c:pt>
              <c:pt idx="449">
                <c:v>1.18</c:v>
              </c:pt>
              <c:pt idx="450">
                <c:v>1.31</c:v>
              </c:pt>
              <c:pt idx="451">
                <c:v>3.01</c:v>
              </c:pt>
              <c:pt idx="452">
                <c:v>2.2299999999999995</c:v>
              </c:pt>
              <c:pt idx="453">
                <c:v>2.34</c:v>
              </c:pt>
              <c:pt idx="454">
                <c:v>4.6499999999999995</c:v>
              </c:pt>
              <c:pt idx="455">
                <c:v>1.24</c:v>
              </c:pt>
              <c:pt idx="456">
                <c:v>1.36</c:v>
              </c:pt>
              <c:pt idx="457">
                <c:v>1.31</c:v>
              </c:pt>
              <c:pt idx="458">
                <c:v>1.75</c:v>
              </c:pt>
              <c:pt idx="459">
                <c:v>1.08</c:v>
              </c:pt>
              <c:pt idx="460">
                <c:v>1.9300000000000002</c:v>
              </c:pt>
              <c:pt idx="461">
                <c:v>1.1700000000000002</c:v>
              </c:pt>
              <c:pt idx="462">
                <c:v>1.2699999999999998</c:v>
              </c:pt>
              <c:pt idx="463">
                <c:v>1.7499999999999998</c:v>
              </c:pt>
              <c:pt idx="464">
                <c:v>1.36</c:v>
              </c:pt>
              <c:pt idx="465">
                <c:v>1.24</c:v>
              </c:pt>
              <c:pt idx="466">
                <c:v>1.0599999999999998</c:v>
              </c:pt>
              <c:pt idx="467">
                <c:v>2.46</c:v>
              </c:pt>
              <c:pt idx="468">
                <c:v>1.5799999999999998</c:v>
              </c:pt>
              <c:pt idx="469">
                <c:v>1.5100000000000002</c:v>
              </c:pt>
              <c:pt idx="470">
                <c:v>1.6099999999999999</c:v>
              </c:pt>
              <c:pt idx="471">
                <c:v>1.0399999999999998</c:v>
              </c:pt>
              <c:pt idx="472">
                <c:v>1.8699999999999999</c:v>
              </c:pt>
              <c:pt idx="473">
                <c:v>1.3800000000000001</c:v>
              </c:pt>
              <c:pt idx="474">
                <c:v>3.200000000000001</c:v>
              </c:pt>
              <c:pt idx="475">
                <c:v>2.9299999999999997</c:v>
              </c:pt>
              <c:pt idx="476">
                <c:v>2.51</c:v>
              </c:pt>
              <c:pt idx="477">
                <c:v>1.32</c:v>
              </c:pt>
              <c:pt idx="478">
                <c:v>1.32</c:v>
              </c:pt>
              <c:pt idx="479">
                <c:v>1.29</c:v>
              </c:pt>
              <c:pt idx="480">
                <c:v>2.36</c:v>
              </c:pt>
              <c:pt idx="481">
                <c:v>2.22</c:v>
              </c:pt>
              <c:pt idx="482">
                <c:v>1.3900000000000003</c:v>
              </c:pt>
              <c:pt idx="483">
                <c:v>1.04</c:v>
              </c:pt>
              <c:pt idx="484">
                <c:v>1.24</c:v>
              </c:pt>
              <c:pt idx="485">
                <c:v>1.65</c:v>
              </c:pt>
              <c:pt idx="486">
                <c:v>1.79</c:v>
              </c:pt>
              <c:pt idx="487">
                <c:v>1.2700000000000002</c:v>
              </c:pt>
              <c:pt idx="488">
                <c:v>1.24</c:v>
              </c:pt>
              <c:pt idx="489">
                <c:v>1.5600000000000005</c:v>
              </c:pt>
              <c:pt idx="490">
                <c:v>1.2200000000000002</c:v>
              </c:pt>
              <c:pt idx="491">
                <c:v>1.1799999999999997</c:v>
              </c:pt>
              <c:pt idx="492">
                <c:v>1.4700000000000004</c:v>
              </c:pt>
              <c:pt idx="493">
                <c:v>1.44</c:v>
              </c:pt>
              <c:pt idx="494">
                <c:v>1.1800000000000002</c:v>
              </c:pt>
              <c:pt idx="495">
                <c:v>1.2499999999999998</c:v>
              </c:pt>
              <c:pt idx="496">
                <c:v>1.04</c:v>
              </c:pt>
              <c:pt idx="497">
                <c:v>4.68</c:v>
              </c:pt>
              <c:pt idx="498">
                <c:v>3.0999999999999996</c:v>
              </c:pt>
              <c:pt idx="499">
                <c:v>1</c:v>
              </c:pt>
              <c:pt idx="500">
                <c:v>2.4899999999999998</c:v>
              </c:pt>
              <c:pt idx="501">
                <c:v>2.46</c:v>
              </c:pt>
              <c:pt idx="502">
                <c:v>1.74</c:v>
              </c:pt>
              <c:pt idx="503">
                <c:v>1.9699999999999998</c:v>
              </c:pt>
              <c:pt idx="504">
                <c:v>1.24</c:v>
              </c:pt>
              <c:pt idx="505">
                <c:v>1.4900000000000002</c:v>
              </c:pt>
              <c:pt idx="506">
                <c:v>1.18</c:v>
              </c:pt>
              <c:pt idx="507">
                <c:v>1.9699999999999998</c:v>
              </c:pt>
              <c:pt idx="508">
                <c:v>1.06</c:v>
              </c:pt>
              <c:pt idx="509">
                <c:v>2.43</c:v>
              </c:pt>
              <c:pt idx="510">
                <c:v>2.0600000000000005</c:v>
              </c:pt>
              <c:pt idx="511">
                <c:v>1.27</c:v>
              </c:pt>
              <c:pt idx="512">
                <c:v>1.8900000000000001</c:v>
              </c:pt>
              <c:pt idx="513">
                <c:v>1.02</c:v>
              </c:pt>
              <c:pt idx="514">
                <c:v>3.9499999999999993</c:v>
              </c:pt>
              <c:pt idx="515">
                <c:v>1.2000000000000002</c:v>
              </c:pt>
              <c:pt idx="516">
                <c:v>2.63</c:v>
              </c:pt>
              <c:pt idx="517">
                <c:v>1.2799999999999998</c:v>
              </c:pt>
              <c:pt idx="518">
                <c:v>1.4000000000000001</c:v>
              </c:pt>
              <c:pt idx="519">
                <c:v>1.0599999999999998</c:v>
              </c:pt>
              <c:pt idx="520">
                <c:v>2.6</c:v>
              </c:pt>
              <c:pt idx="521">
                <c:v>1.1199999999999999</c:v>
              </c:pt>
              <c:pt idx="522">
                <c:v>1.2600000000000002</c:v>
              </c:pt>
              <c:pt idx="523">
                <c:v>2.09</c:v>
              </c:pt>
              <c:pt idx="524">
                <c:v>2.2199999999999993</c:v>
              </c:pt>
              <c:pt idx="525">
                <c:v>1.11</c:v>
              </c:pt>
              <c:pt idx="526">
                <c:v>1.01</c:v>
              </c:pt>
              <c:pt idx="527">
                <c:v>2.5100000000000007</c:v>
              </c:pt>
              <c:pt idx="528">
                <c:v>2.6900000000000004</c:v>
              </c:pt>
              <c:pt idx="529">
                <c:v>1.3900000000000001</c:v>
              </c:pt>
              <c:pt idx="530">
                <c:v>1.4399999999999997</c:v>
              </c:pt>
              <c:pt idx="531">
                <c:v>1.2</c:v>
              </c:pt>
              <c:pt idx="532">
                <c:v>1.08</c:v>
              </c:pt>
              <c:pt idx="533">
                <c:v>3.16</c:v>
              </c:pt>
              <c:pt idx="534">
                <c:v>1.97</c:v>
              </c:pt>
              <c:pt idx="535">
                <c:v>1.2</c:v>
              </c:pt>
              <c:pt idx="536">
                <c:v>3.4000000000000004</c:v>
              </c:pt>
              <c:pt idx="537">
                <c:v>2.02</c:v>
              </c:pt>
              <c:pt idx="538">
                <c:v>1.6100000000000003</c:v>
              </c:pt>
              <c:pt idx="539">
                <c:v>2.52</c:v>
              </c:pt>
              <c:pt idx="540">
                <c:v>1.22</c:v>
              </c:pt>
              <c:pt idx="541">
                <c:v>2</c:v>
              </c:pt>
              <c:pt idx="542">
                <c:v>1.12</c:v>
              </c:pt>
              <c:pt idx="543">
                <c:v>1.58</c:v>
              </c:pt>
              <c:pt idx="544">
                <c:v>1.14</c:v>
              </c:pt>
              <c:pt idx="545">
                <c:v>1.42</c:v>
              </c:pt>
              <c:pt idx="546">
                <c:v>1.7700000000000005</c:v>
              </c:pt>
              <c:pt idx="547">
                <c:v>1.0800000000000005</c:v>
              </c:pt>
              <c:pt idx="548">
                <c:v>1.54</c:v>
              </c:pt>
              <c:pt idx="549">
                <c:v>1.22</c:v>
              </c:pt>
              <c:pt idx="550">
                <c:v>2.309999999999999</c:v>
              </c:pt>
              <c:pt idx="551">
                <c:v>1.9300000000000002</c:v>
              </c:pt>
              <c:pt idx="552">
                <c:v>1.47</c:v>
              </c:pt>
              <c:pt idx="553">
                <c:v>1.09</c:v>
              </c:pt>
              <c:pt idx="554">
                <c:v>2.0999999999999996</c:v>
              </c:pt>
              <c:pt idx="555">
                <c:v>2.8600000000000003</c:v>
              </c:pt>
              <c:pt idx="556">
                <c:v>1.48</c:v>
              </c:pt>
              <c:pt idx="557">
                <c:v>4.25</c:v>
              </c:pt>
              <c:pt idx="558">
                <c:v>1.08</c:v>
              </c:pt>
              <c:pt idx="559">
                <c:v>2.8200000000000003</c:v>
              </c:pt>
              <c:pt idx="560">
                <c:v>1.5000000000000002</c:v>
              </c:pt>
              <c:pt idx="561">
                <c:v>1.08</c:v>
              </c:pt>
              <c:pt idx="562">
                <c:v>1.3199999999999996</c:v>
              </c:pt>
              <c:pt idx="563">
                <c:v>1.0999999999999999</c:v>
              </c:pt>
              <c:pt idx="564">
                <c:v>2.1200000000000006</c:v>
              </c:pt>
              <c:pt idx="565">
                <c:v>2.0700000000000003</c:v>
              </c:pt>
              <c:pt idx="566">
                <c:v>1.7800000000000002</c:v>
              </c:pt>
              <c:pt idx="567">
                <c:v>4.140000000000001</c:v>
              </c:pt>
              <c:pt idx="568">
                <c:v>1.29</c:v>
              </c:pt>
              <c:pt idx="569">
                <c:v>1.2000000000000004</c:v>
              </c:pt>
            </c:numLit>
          </c:xVal>
          <c:yVal>
            <c:numLit>
              <c:formatCode>General</c:formatCode>
              <c:ptCount val="570"/>
              <c:pt idx="0">
                <c:v>0.31013114186851215</c:v>
              </c:pt>
              <c:pt idx="1">
                <c:v>0.19302768166089967</c:v>
              </c:pt>
              <c:pt idx="2">
                <c:v>0.4352238033448673</c:v>
              </c:pt>
              <c:pt idx="3">
                <c:v>0.22166012110726646</c:v>
              </c:pt>
              <c:pt idx="4">
                <c:v>0.31994338235294123</c:v>
              </c:pt>
              <c:pt idx="5">
                <c:v>0.3824287826360492</c:v>
              </c:pt>
              <c:pt idx="6">
                <c:v>0.15570899653979237</c:v>
              </c:pt>
              <c:pt idx="7">
                <c:v>0.5134536332179931</c:v>
              </c:pt>
              <c:pt idx="8">
                <c:v>0.5594000707769738</c:v>
              </c:pt>
              <c:pt idx="9">
                <c:v>0.41910404215161995</c:v>
              </c:pt>
              <c:pt idx="10">
                <c:v>0.1783897491349481</c:v>
              </c:pt>
              <c:pt idx="11">
                <c:v>0.0939401384083045</c:v>
              </c:pt>
              <c:pt idx="12">
                <c:v>0.08364532871972319</c:v>
              </c:pt>
              <c:pt idx="13">
                <c:v>1.0364782223183393</c:v>
              </c:pt>
              <c:pt idx="14">
                <c:v>0.5909864186851213</c:v>
              </c:pt>
              <c:pt idx="15">
                <c:v>0.1603738321799308</c:v>
              </c:pt>
              <c:pt idx="16">
                <c:v>0.17308148788927338</c:v>
              </c:pt>
              <c:pt idx="17">
                <c:v>0.15023987889273357</c:v>
              </c:pt>
              <c:pt idx="18">
                <c:v>0.3834101691657055</c:v>
              </c:pt>
              <c:pt idx="19">
                <c:v>0.5026762543252596</c:v>
              </c:pt>
              <c:pt idx="20">
                <c:v>0.5177431372549021</c:v>
              </c:pt>
              <c:pt idx="21">
                <c:v>0.7984911764705882</c:v>
              </c:pt>
              <c:pt idx="22">
                <c:v>0.1460576124567474</c:v>
              </c:pt>
              <c:pt idx="23">
                <c:v>0.13162649530400397</c:v>
              </c:pt>
              <c:pt idx="24">
                <c:v>0.18702237600922725</c:v>
              </c:pt>
              <c:pt idx="25">
                <c:v>0.0830285593178448</c:v>
              </c:pt>
              <c:pt idx="26">
                <c:v>0.19396064878892735</c:v>
              </c:pt>
              <c:pt idx="27">
                <c:v>0.08546836793540948</c:v>
              </c:pt>
              <c:pt idx="28">
                <c:v>0.12825617070357556</c:v>
              </c:pt>
              <c:pt idx="29">
                <c:v>0.3127048442906574</c:v>
              </c:pt>
              <c:pt idx="30">
                <c:v>0.22037326989619377</c:v>
              </c:pt>
              <c:pt idx="31">
                <c:v>0.18466314878892734</c:v>
              </c:pt>
              <c:pt idx="32">
                <c:v>0.5140970588235294</c:v>
              </c:pt>
              <c:pt idx="33">
                <c:v>0.3900767733564014</c:v>
              </c:pt>
              <c:pt idx="34">
                <c:v>0.7875529411764707</c:v>
              </c:pt>
              <c:pt idx="35">
                <c:v>0.22951910528917452</c:v>
              </c:pt>
              <c:pt idx="36">
                <c:v>0.15603070934256055</c:v>
              </c:pt>
              <c:pt idx="37">
                <c:v>1.195734996155325</c:v>
              </c:pt>
              <c:pt idx="38">
                <c:v>0.2698098039215686</c:v>
              </c:pt>
              <c:pt idx="39">
                <c:v>0.10777378892733565</c:v>
              </c:pt>
              <c:pt idx="40">
                <c:v>0.2568730497011639</c:v>
              </c:pt>
              <c:pt idx="41">
                <c:v>0.41114896193771633</c:v>
              </c:pt>
              <c:pt idx="42">
                <c:v>0.18569262975778544</c:v>
              </c:pt>
              <c:pt idx="43">
                <c:v>0.44435962203886087</c:v>
              </c:pt>
              <c:pt idx="44">
                <c:v>0.5745790657439447</c:v>
              </c:pt>
              <c:pt idx="45">
                <c:v>1.0031005190311422</c:v>
              </c:pt>
              <c:pt idx="46">
                <c:v>0.18487762399077282</c:v>
              </c:pt>
              <c:pt idx="47">
                <c:v>0.16001994809688583</c:v>
              </c:pt>
              <c:pt idx="48">
                <c:v>0.9427793685121109</c:v>
              </c:pt>
              <c:pt idx="49">
                <c:v>0.44798507785467134</c:v>
              </c:pt>
              <c:pt idx="50">
                <c:v>0.8196169838523645</c:v>
              </c:pt>
              <c:pt idx="51">
                <c:v>0.6867495963091118</c:v>
              </c:pt>
              <c:pt idx="52">
                <c:v>0.17243806228373704</c:v>
              </c:pt>
              <c:pt idx="53">
                <c:v>0.5700750865051903</c:v>
              </c:pt>
              <c:pt idx="54">
                <c:v>0.17565519031141866</c:v>
              </c:pt>
              <c:pt idx="55">
                <c:v>0.1359466386554622</c:v>
              </c:pt>
              <c:pt idx="56">
                <c:v>0.441904705882353</c:v>
              </c:pt>
              <c:pt idx="57">
                <c:v>0.13177356401384083</c:v>
              </c:pt>
              <c:pt idx="58">
                <c:v>0.1479878892733564</c:v>
              </c:pt>
              <c:pt idx="59">
                <c:v>1.6333818586258033</c:v>
              </c:pt>
              <c:pt idx="60">
                <c:v>0.5877049480968859</c:v>
              </c:pt>
              <c:pt idx="61">
                <c:v>0.10230467128027682</c:v>
              </c:pt>
              <c:pt idx="62">
                <c:v>0.051565966386554626</c:v>
              </c:pt>
              <c:pt idx="63">
                <c:v>0.7578838715878509</c:v>
              </c:pt>
              <c:pt idx="64">
                <c:v>0.6809281265447354</c:v>
              </c:pt>
              <c:pt idx="65">
                <c:v>0.3432675605536333</c:v>
              </c:pt>
              <c:pt idx="66">
                <c:v>1.274304411764706</c:v>
              </c:pt>
              <c:pt idx="67">
                <c:v>0.191740830449827</c:v>
              </c:pt>
              <c:pt idx="68">
                <c:v>0.16548906574394465</c:v>
              </c:pt>
              <c:pt idx="69">
                <c:v>0.3217128027681661</c:v>
              </c:pt>
              <c:pt idx="70">
                <c:v>0.3208549019607843</c:v>
              </c:pt>
              <c:pt idx="71">
                <c:v>0.03715782871972319</c:v>
              </c:pt>
              <c:pt idx="72">
                <c:v>0.5920319852941176</c:v>
              </c:pt>
              <c:pt idx="73">
                <c:v>0.8725655493079585</c:v>
              </c:pt>
              <c:pt idx="74">
                <c:v>0.2395151816608997</c:v>
              </c:pt>
              <c:pt idx="75">
                <c:v>0.2705604671280277</c:v>
              </c:pt>
              <c:pt idx="76">
                <c:v>0.3677177335640139</c:v>
              </c:pt>
              <c:pt idx="77">
                <c:v>0.24621753171856978</c:v>
              </c:pt>
              <c:pt idx="78">
                <c:v>0.3635354671280277</c:v>
              </c:pt>
              <c:pt idx="79">
                <c:v>0.4806389273356401</c:v>
              </c:pt>
              <c:pt idx="80">
                <c:v>0.13737136678200693</c:v>
              </c:pt>
              <c:pt idx="81">
                <c:v>0.17511900230680505</c:v>
              </c:pt>
              <c:pt idx="82">
                <c:v>0.43913797577854674</c:v>
              </c:pt>
              <c:pt idx="83">
                <c:v>0.13640622837370245</c:v>
              </c:pt>
              <c:pt idx="84">
                <c:v>0.35152485582468285</c:v>
              </c:pt>
              <c:pt idx="85">
                <c:v>0.5202096020761247</c:v>
              </c:pt>
              <c:pt idx="86">
                <c:v>0.16133727736295755</c:v>
              </c:pt>
              <c:pt idx="87">
                <c:v>0.07315749134948098</c:v>
              </c:pt>
              <c:pt idx="88">
                <c:v>0.083889830449827</c:v>
              </c:pt>
              <c:pt idx="89">
                <c:v>0.07849792387543253</c:v>
              </c:pt>
              <c:pt idx="90">
                <c:v>0.17179463667820072</c:v>
              </c:pt>
              <c:pt idx="91">
                <c:v>0.35131038062283737</c:v>
              </c:pt>
              <c:pt idx="92">
                <c:v>0.797333010380623</c:v>
              </c:pt>
              <c:pt idx="93">
                <c:v>0.19372060154378498</c:v>
              </c:pt>
              <c:pt idx="94">
                <c:v>0.33972871972318336</c:v>
              </c:pt>
              <c:pt idx="95">
                <c:v>0.10224032871972319</c:v>
              </c:pt>
              <c:pt idx="96">
                <c:v>0.3315786620530566</c:v>
              </c:pt>
              <c:pt idx="97">
                <c:v>0.39281133217993086</c:v>
              </c:pt>
              <c:pt idx="98">
                <c:v>0.21578155080213904</c:v>
              </c:pt>
              <c:pt idx="99">
                <c:v>0.6032115051903115</c:v>
              </c:pt>
              <c:pt idx="100">
                <c:v>0.25341777063766685</c:v>
              </c:pt>
              <c:pt idx="101">
                <c:v>0.18401972318339102</c:v>
              </c:pt>
              <c:pt idx="102">
                <c:v>0.26552029988465975</c:v>
              </c:pt>
              <c:pt idx="103">
                <c:v>0.23034636678200696</c:v>
              </c:pt>
              <c:pt idx="104">
                <c:v>0.31173970588235295</c:v>
              </c:pt>
              <c:pt idx="105">
                <c:v>0.43559913494809693</c:v>
              </c:pt>
              <c:pt idx="106">
                <c:v>0.4704318575023593</c:v>
              </c:pt>
              <c:pt idx="107">
                <c:v>1.7481873702422146</c:v>
              </c:pt>
              <c:pt idx="108">
                <c:v>0.25672681660899654</c:v>
              </c:pt>
              <c:pt idx="109">
                <c:v>0.3043403114186851</c:v>
              </c:pt>
              <c:pt idx="110">
                <c:v>1.0086542979420872</c:v>
              </c:pt>
              <c:pt idx="111">
                <c:v>0.9057092796476879</c:v>
              </c:pt>
              <c:pt idx="112">
                <c:v>0.4838560553633219</c:v>
              </c:pt>
              <c:pt idx="113">
                <c:v>0.5043652465397923</c:v>
              </c:pt>
              <c:pt idx="114">
                <c:v>0.685569982698962</c:v>
              </c:pt>
              <c:pt idx="115">
                <c:v>0.41216005931784483</c:v>
              </c:pt>
              <c:pt idx="116">
                <c:v>0.8523904445035934</c:v>
              </c:pt>
              <c:pt idx="117">
                <c:v>0.20249522985664858</c:v>
              </c:pt>
              <c:pt idx="118">
                <c:v>0.7742018598615917</c:v>
              </c:pt>
              <c:pt idx="119">
                <c:v>0.1529013211701793</c:v>
              </c:pt>
              <c:pt idx="120">
                <c:v>0.21892556228373705</c:v>
              </c:pt>
              <c:pt idx="121">
                <c:v>0.28925555555555554</c:v>
              </c:pt>
              <c:pt idx="122">
                <c:v>0.11839031141868513</c:v>
              </c:pt>
              <c:pt idx="123">
                <c:v>0.20947078046905038</c:v>
              </c:pt>
              <c:pt idx="124">
                <c:v>1.0114650519031143</c:v>
              </c:pt>
              <c:pt idx="125">
                <c:v>0.5837800519031142</c:v>
              </c:pt>
              <c:pt idx="126">
                <c:v>1.4225067762399077</c:v>
              </c:pt>
              <c:pt idx="127">
                <c:v>1.113448010380623</c:v>
              </c:pt>
              <c:pt idx="128">
                <c:v>1.4699415417147252</c:v>
              </c:pt>
              <c:pt idx="129">
                <c:v>1.1864308576371727</c:v>
              </c:pt>
              <c:pt idx="130">
                <c:v>0.7734894957983195</c:v>
              </c:pt>
              <c:pt idx="131">
                <c:v>0.4139371395617071</c:v>
              </c:pt>
              <c:pt idx="132">
                <c:v>1.3463388329663417</c:v>
              </c:pt>
              <c:pt idx="133">
                <c:v>0.307879152249135</c:v>
              </c:pt>
              <c:pt idx="134">
                <c:v>0.24707543252595157</c:v>
              </c:pt>
              <c:pt idx="135">
                <c:v>0.7115544783071601</c:v>
              </c:pt>
              <c:pt idx="136">
                <c:v>0.3756318685121108</c:v>
              </c:pt>
              <c:pt idx="137">
                <c:v>0.16508462679189323</c:v>
              </c:pt>
              <c:pt idx="138">
                <c:v>0.10670141291810842</c:v>
              </c:pt>
              <c:pt idx="139">
                <c:v>0.2833217416378316</c:v>
              </c:pt>
              <c:pt idx="140">
                <c:v>0.4995127450980393</c:v>
              </c:pt>
              <c:pt idx="141">
                <c:v>0.4975824682814303</c:v>
              </c:pt>
              <c:pt idx="142">
                <c:v>0.11163434256055364</c:v>
              </c:pt>
              <c:pt idx="143">
                <c:v>0.020607167348222714</c:v>
              </c:pt>
              <c:pt idx="144">
                <c:v>0.2903545784838</c:v>
              </c:pt>
              <c:pt idx="145">
                <c:v>0.568016124567474</c:v>
              </c:pt>
              <c:pt idx="146">
                <c:v>0.803638581314879</c:v>
              </c:pt>
              <c:pt idx="147">
                <c:v>0.383573578843302</c:v>
              </c:pt>
              <c:pt idx="148">
                <c:v>0.4204786332179931</c:v>
              </c:pt>
              <c:pt idx="149">
                <c:v>0.2342069204152249</c:v>
              </c:pt>
              <c:pt idx="150">
                <c:v>0.3905593425605536</c:v>
              </c:pt>
              <c:pt idx="151">
                <c:v>0.3581735870818916</c:v>
              </c:pt>
              <c:pt idx="152">
                <c:v>0.42659117647058825</c:v>
              </c:pt>
              <c:pt idx="153">
                <c:v>1.0082479238754325</c:v>
              </c:pt>
              <c:pt idx="154">
                <c:v>0.15056159169550173</c:v>
              </c:pt>
              <c:pt idx="155">
                <c:v>0.2601048010380623</c:v>
              </c:pt>
              <c:pt idx="156">
                <c:v>0.13544108996539794</c:v>
              </c:pt>
              <c:pt idx="157">
                <c:v>0.13737136678200693</c:v>
              </c:pt>
              <c:pt idx="158">
                <c:v>0.5629974048442906</c:v>
              </c:pt>
              <c:pt idx="159">
                <c:v>0.4829445357554787</c:v>
              </c:pt>
              <c:pt idx="160">
                <c:v>0.1811243079584775</c:v>
              </c:pt>
              <c:pt idx="161">
                <c:v>0.6310718339100347</c:v>
              </c:pt>
              <c:pt idx="162">
                <c:v>0.19817508650519033</c:v>
              </c:pt>
              <c:pt idx="163">
                <c:v>0.34762530670022024</c:v>
              </c:pt>
              <c:pt idx="164">
                <c:v>0.16021297577854673</c:v>
              </c:pt>
              <c:pt idx="165">
                <c:v>0.5200487456747405</c:v>
              </c:pt>
              <c:pt idx="166">
                <c:v>0.6358653546712802</c:v>
              </c:pt>
              <c:pt idx="167">
                <c:v>0.25176324765200203</c:v>
              </c:pt>
              <c:pt idx="168">
                <c:v>0.8928602652825836</c:v>
              </c:pt>
              <c:pt idx="169">
                <c:v>0.29919290657439446</c:v>
              </c:pt>
              <c:pt idx="170">
                <c:v>0.1520322787938705</c:v>
              </c:pt>
              <c:pt idx="171">
                <c:v>0.20718304498269896</c:v>
              </c:pt>
              <c:pt idx="172">
                <c:v>0.8320297361591695</c:v>
              </c:pt>
              <c:pt idx="173">
                <c:v>0.6824600922722032</c:v>
              </c:pt>
              <c:pt idx="174">
                <c:v>0.316493906189927</c:v>
              </c:pt>
              <c:pt idx="175">
                <c:v>0.0753727137913989</c:v>
              </c:pt>
              <c:pt idx="176">
                <c:v>1.2882095540176854</c:v>
              </c:pt>
              <c:pt idx="177">
                <c:v>0.40783991596638663</c:v>
              </c:pt>
              <c:pt idx="178">
                <c:v>0.06381173442906575</c:v>
              </c:pt>
              <c:pt idx="179">
                <c:v>0.12265300605536333</c:v>
              </c:pt>
              <c:pt idx="180">
                <c:v>0.11505254108996538</c:v>
              </c:pt>
              <c:pt idx="181">
                <c:v>0.6169293391003461</c:v>
              </c:pt>
              <c:pt idx="182">
                <c:v>0.21686660034602073</c:v>
              </c:pt>
              <c:pt idx="183">
                <c:v>0.3607511890531614</c:v>
              </c:pt>
              <c:pt idx="184">
                <c:v>0.10513574394463666</c:v>
              </c:pt>
              <c:pt idx="185">
                <c:v>0.254933267733564</c:v>
              </c:pt>
              <c:pt idx="186">
                <c:v>0.15337121683967705</c:v>
              </c:pt>
              <c:pt idx="187">
                <c:v>0.22236834886307472</c:v>
              </c:pt>
              <c:pt idx="188">
                <c:v>0.14508603979238757</c:v>
              </c:pt>
              <c:pt idx="189">
                <c:v>0.3439154901384084</c:v>
              </c:pt>
              <c:pt idx="190">
                <c:v>0.3007931060553634</c:v>
              </c:pt>
              <c:pt idx="191">
                <c:v>0.15025743521997037</c:v>
              </c:pt>
              <c:pt idx="192">
                <c:v>0.236651937716263</c:v>
              </c:pt>
              <c:pt idx="193">
                <c:v>0.4194845406574395</c:v>
              </c:pt>
              <c:pt idx="194">
                <c:v>0.6491874818339101</c:v>
              </c:pt>
              <c:pt idx="195">
                <c:v>0.7650330449826992</c:v>
              </c:pt>
              <c:pt idx="196">
                <c:v>0.21742270390509144</c:v>
              </c:pt>
              <c:pt idx="197">
                <c:v>0.8669838321799308</c:v>
              </c:pt>
              <c:pt idx="198">
                <c:v>0.11243862456747407</c:v>
              </c:pt>
              <c:pt idx="199">
                <c:v>1.5268972188581313</c:v>
              </c:pt>
              <c:pt idx="200">
                <c:v>0.7447651384083046</c:v>
              </c:pt>
              <c:pt idx="201">
                <c:v>0.38887473733878575</c:v>
              </c:pt>
              <c:pt idx="202">
                <c:v>0.25693914705882354</c:v>
              </c:pt>
              <c:pt idx="203">
                <c:v>0.8957610423875434</c:v>
              </c:pt>
              <c:pt idx="204">
                <c:v>0.7641644204152249</c:v>
              </c:pt>
              <c:pt idx="205">
                <c:v>0.9926540447355414</c:v>
              </c:pt>
              <c:pt idx="206">
                <c:v>0.5247319649036086</c:v>
              </c:pt>
              <c:pt idx="207">
                <c:v>1.6297327162629762</c:v>
              </c:pt>
              <c:pt idx="208">
                <c:v>0.5532173356401385</c:v>
              </c:pt>
              <c:pt idx="209">
                <c:v>0.44014600922722025</c:v>
              </c:pt>
              <c:pt idx="210">
                <c:v>0.4236001665842808</c:v>
              </c:pt>
              <c:pt idx="211">
                <c:v>0.18421275086505187</c:v>
              </c:pt>
              <c:pt idx="212">
                <c:v>1.5766699915067635</c:v>
              </c:pt>
              <c:pt idx="213">
                <c:v>1.185646212645486</c:v>
              </c:pt>
              <c:pt idx="214">
                <c:v>0.19592309688581316</c:v>
              </c:pt>
              <c:pt idx="215">
                <c:v>0.8468446107266437</c:v>
              </c:pt>
              <c:pt idx="216">
                <c:v>0.3961663371230845</c:v>
              </c:pt>
              <c:pt idx="217">
                <c:v>0.834844723183391</c:v>
              </c:pt>
              <c:pt idx="218">
                <c:v>0.19817508650519033</c:v>
              </c:pt>
              <c:pt idx="219">
                <c:v>1.4221153589965398</c:v>
              </c:pt>
              <c:pt idx="220">
                <c:v>0.6866718490484429</c:v>
              </c:pt>
              <c:pt idx="221">
                <c:v>0.284008062283737</c:v>
              </c:pt>
              <c:pt idx="222">
                <c:v>0.4666122491349482</c:v>
              </c:pt>
              <c:pt idx="223">
                <c:v>0.6639450330292546</c:v>
              </c:pt>
              <c:pt idx="224">
                <c:v>0.49781839100346026</c:v>
              </c:pt>
              <c:pt idx="225">
                <c:v>0.15344551717745922</c:v>
              </c:pt>
              <c:pt idx="226">
                <c:v>0.44902742733564016</c:v>
              </c:pt>
              <c:pt idx="227">
                <c:v>0.15206720761245676</c:v>
              </c:pt>
              <c:pt idx="228">
                <c:v>0.10742794766435985</c:v>
              </c:pt>
              <c:pt idx="229">
                <c:v>0.36726733564013847</c:v>
              </c:pt>
              <c:pt idx="230">
                <c:v>0.4983009602076126</c:v>
              </c:pt>
              <c:pt idx="231">
                <c:v>0.09099467896962707</c:v>
              </c:pt>
              <c:pt idx="232">
                <c:v>0.5190433931660899</c:v>
              </c:pt>
              <c:pt idx="233">
                <c:v>0.4791498566485418</c:v>
              </c:pt>
              <c:pt idx="234">
                <c:v>0.8078032997798051</c:v>
              </c:pt>
              <c:pt idx="235">
                <c:v>0.634160276816609</c:v>
              </c:pt>
              <c:pt idx="236">
                <c:v>0.915015553633218</c:v>
              </c:pt>
              <c:pt idx="237">
                <c:v>1.114445320069204</c:v>
              </c:pt>
              <c:pt idx="238">
                <c:v>0.208405553633218</c:v>
              </c:pt>
              <c:pt idx="239">
                <c:v>0.15245969723183392</c:v>
              </c:pt>
              <c:pt idx="240">
                <c:v>0.9002553702422145</c:v>
              </c:pt>
              <c:pt idx="241">
                <c:v>0.1908786401384083</c:v>
              </c:pt>
              <c:pt idx="242">
                <c:v>1.0253844925028837</c:v>
              </c:pt>
              <c:pt idx="243">
                <c:v>0.8277026989619378</c:v>
              </c:pt>
              <c:pt idx="244">
                <c:v>0.4728476281849639</c:v>
              </c:pt>
              <c:pt idx="245">
                <c:v>0.17586966551326416</c:v>
              </c:pt>
              <c:pt idx="246">
                <c:v>1.4657544751194596</c:v>
              </c:pt>
              <c:pt idx="247">
                <c:v>0.40336351211072674</c:v>
              </c:pt>
              <c:pt idx="248">
                <c:v>0.21929782995551164</c:v>
              </c:pt>
              <c:pt idx="249">
                <c:v>0.36652096193771627</c:v>
              </c:pt>
              <c:pt idx="250">
                <c:v>0.32057072231833916</c:v>
              </c:pt>
              <c:pt idx="251">
                <c:v>0.11918540163124072</c:v>
              </c:pt>
              <c:pt idx="252">
                <c:v>4.060877761245674</c:v>
              </c:pt>
              <c:pt idx="253">
                <c:v>0.6163159400230681</c:v>
              </c:pt>
              <c:pt idx="254">
                <c:v>0.23268414648212227</c:v>
              </c:pt>
              <c:pt idx="255">
                <c:v>0.3529481912551117</c:v>
              </c:pt>
              <c:pt idx="256">
                <c:v>0.21035727797001155</c:v>
              </c:pt>
              <c:pt idx="257">
                <c:v>0.46184124826989625</c:v>
              </c:pt>
              <c:pt idx="258">
                <c:v>0.3571012110726644</c:v>
              </c:pt>
              <c:pt idx="259">
                <c:v>0.24209135879691243</c:v>
              </c:pt>
              <c:pt idx="260">
                <c:v>0.038283823529411766</c:v>
              </c:pt>
              <c:pt idx="261">
                <c:v>0.7448008842752789</c:v>
              </c:pt>
              <c:pt idx="262">
                <c:v>0.8570911634948097</c:v>
              </c:pt>
              <c:pt idx="263">
                <c:v>0.14819700259515572</c:v>
              </c:pt>
              <c:pt idx="264">
                <c:v>0.05236519290657439</c:v>
              </c:pt>
              <c:pt idx="265">
                <c:v>0.16997695934256057</c:v>
              </c:pt>
              <c:pt idx="266">
                <c:v>0.49478043225978174</c:v>
              </c:pt>
              <c:pt idx="267">
                <c:v>0.43772243944636685</c:v>
              </c:pt>
              <c:pt idx="268">
                <c:v>0.3539805968858131</c:v>
              </c:pt>
              <c:pt idx="269">
                <c:v>0.1613228849480969</c:v>
              </c:pt>
              <c:pt idx="270">
                <c:v>1.213758062283737</c:v>
              </c:pt>
              <c:pt idx="271">
                <c:v>0.20224475346020762</c:v>
              </c:pt>
              <c:pt idx="272">
                <c:v>2.489992750865052</c:v>
              </c:pt>
              <c:pt idx="273">
                <c:v>0.6923259515570935</c:v>
              </c:pt>
              <c:pt idx="274">
                <c:v>0.08960130507497117</c:v>
              </c:pt>
              <c:pt idx="275">
                <c:v>0.09911328027681664</c:v>
              </c:pt>
              <c:pt idx="276">
                <c:v>2.903390485294118</c:v>
              </c:pt>
              <c:pt idx="277">
                <c:v>0.16545689446366782</c:v>
              </c:pt>
              <c:pt idx="278">
                <c:v>0.14973683705567792</c:v>
              </c:pt>
              <c:pt idx="279">
                <c:v>0.15836848904267592</c:v>
              </c:pt>
              <c:pt idx="280">
                <c:v>0.3511816955017301</c:v>
              </c:pt>
              <c:pt idx="281">
                <c:v>0.6312648615916956</c:v>
              </c:pt>
              <c:pt idx="282">
                <c:v>0.2358476557093426</c:v>
              </c:pt>
              <c:pt idx="283">
                <c:v>0.39012324298346795</c:v>
              </c:pt>
              <c:pt idx="284">
                <c:v>0.7532342279411764</c:v>
              </c:pt>
              <c:pt idx="285">
                <c:v>0.8566021600346021</c:v>
              </c:pt>
              <c:pt idx="286">
                <c:v>0.2531450807381776</c:v>
              </c:pt>
              <c:pt idx="287">
                <c:v>1.063067785467128</c:v>
              </c:pt>
              <c:pt idx="288">
                <c:v>0.3997603287197232</c:v>
              </c:pt>
              <c:pt idx="289">
                <c:v>0.4932071741637831</c:v>
              </c:pt>
              <c:pt idx="290">
                <c:v>0.23253401384083044</c:v>
              </c:pt>
              <c:pt idx="291">
                <c:v>0.06147256064013842</c:v>
              </c:pt>
              <c:pt idx="292">
                <c:v>0.5303650028835064</c:v>
              </c:pt>
              <c:pt idx="293">
                <c:v>0.12677414705882353</c:v>
              </c:pt>
              <c:pt idx="294">
                <c:v>0.12072941096619645</c:v>
              </c:pt>
              <c:pt idx="295">
                <c:v>0.3362132761874803</c:v>
              </c:pt>
              <c:pt idx="296">
                <c:v>0.4527271245674741</c:v>
              </c:pt>
              <c:pt idx="297">
                <c:v>0.45500485121107276</c:v>
              </c:pt>
              <c:pt idx="298">
                <c:v>0.3920713927335641</c:v>
              </c:pt>
              <c:pt idx="299">
                <c:v>0.24949900230680508</c:v>
              </c:pt>
              <c:pt idx="300">
                <c:v>0.7745235726643599</c:v>
              </c:pt>
              <c:pt idx="301">
                <c:v>0.032686020761245674</c:v>
              </c:pt>
              <c:pt idx="302">
                <c:v>1.0397114359861592</c:v>
              </c:pt>
              <c:pt idx="303">
                <c:v>0.0569860611303345</c:v>
              </c:pt>
              <c:pt idx="304">
                <c:v>0.02124734332948865</c:v>
              </c:pt>
              <c:pt idx="305">
                <c:v>0.5813993771626299</c:v>
              </c:pt>
              <c:pt idx="306">
                <c:v>0.44595828719723185</c:v>
              </c:pt>
              <c:pt idx="307">
                <c:v>0.050777004036908886</c:v>
              </c:pt>
              <c:pt idx="308">
                <c:v>0.3148710438292964</c:v>
              </c:pt>
              <c:pt idx="309">
                <c:v>0.21436528330449833</c:v>
              </c:pt>
              <c:pt idx="310">
                <c:v>0.08351664359861592</c:v>
              </c:pt>
              <c:pt idx="311">
                <c:v>0.7420909007352942</c:v>
              </c:pt>
              <c:pt idx="312">
                <c:v>1.3741962370242216</c:v>
              </c:pt>
              <c:pt idx="313">
                <c:v>0.12199349480968856</c:v>
              </c:pt>
              <c:pt idx="314">
                <c:v>0.15697440023068052</c:v>
              </c:pt>
              <c:pt idx="315">
                <c:v>0.24025512110726643</c:v>
              </c:pt>
              <c:pt idx="316">
                <c:v>0.18524223183391003</c:v>
              </c:pt>
              <c:pt idx="317">
                <c:v>0.18628458131487888</c:v>
              </c:pt>
              <c:pt idx="318">
                <c:v>0.06017867770637668</c:v>
              </c:pt>
              <c:pt idx="319">
                <c:v>1.0428106026528259</c:v>
              </c:pt>
              <c:pt idx="320">
                <c:v>0.5569492041522491</c:v>
              </c:pt>
              <c:pt idx="321">
                <c:v>0.28544504613610155</c:v>
              </c:pt>
              <c:pt idx="322">
                <c:v>0.5218825086505191</c:v>
              </c:pt>
              <c:pt idx="323">
                <c:v>0.3309942171280278</c:v>
              </c:pt>
              <c:pt idx="324">
                <c:v>4.904842582797825</c:v>
              </c:pt>
              <c:pt idx="325">
                <c:v>0.9591545501730105</c:v>
              </c:pt>
              <c:pt idx="326">
                <c:v>0.3169069084375833</c:v>
              </c:pt>
              <c:pt idx="327">
                <c:v>0.20499539792387544</c:v>
              </c:pt>
              <c:pt idx="328">
                <c:v>0.97189437716263</c:v>
              </c:pt>
              <c:pt idx="329">
                <c:v>0.31001164854176966</c:v>
              </c:pt>
              <c:pt idx="330">
                <c:v>0.17507610726643602</c:v>
              </c:pt>
              <c:pt idx="331">
                <c:v>0.14380562283737022</c:v>
              </c:pt>
              <c:pt idx="332">
                <c:v>0.2928069074394464</c:v>
              </c:pt>
              <c:pt idx="333">
                <c:v>0.3031178027681661</c:v>
              </c:pt>
              <c:pt idx="334">
                <c:v>0.15243103554576912</c:v>
              </c:pt>
              <c:pt idx="335">
                <c:v>0.11963373140138411</c:v>
              </c:pt>
              <c:pt idx="336">
                <c:v>0.07780945847750864</c:v>
              </c:pt>
              <c:pt idx="337">
                <c:v>0.27163820501730107</c:v>
              </c:pt>
              <c:pt idx="338">
                <c:v>1.7455606798290253</c:v>
              </c:pt>
              <c:pt idx="339">
                <c:v>0.1591513235294118</c:v>
              </c:pt>
              <c:pt idx="340">
                <c:v>0.6134955911188005</c:v>
              </c:pt>
              <c:pt idx="341">
                <c:v>0.2287056314878893</c:v>
              </c:pt>
              <c:pt idx="342">
                <c:v>0.6046153428751179</c:v>
              </c:pt>
              <c:pt idx="343">
                <c:v>0.25231935121107274</c:v>
              </c:pt>
              <c:pt idx="344">
                <c:v>0.2474614878892734</c:v>
              </c:pt>
              <c:pt idx="345">
                <c:v>0.25473702292387546</c:v>
              </c:pt>
              <c:pt idx="346">
                <c:v>0.9376987809422411</c:v>
              </c:pt>
              <c:pt idx="347">
                <c:v>0.6222371054032474</c:v>
              </c:pt>
              <c:pt idx="348">
                <c:v>0.14969296712802765</c:v>
              </c:pt>
              <c:pt idx="349">
                <c:v>0.2816273875432526</c:v>
              </c:pt>
              <c:pt idx="350">
                <c:v>0.4916736764705883</c:v>
              </c:pt>
              <c:pt idx="351">
                <c:v>0.10630034429065745</c:v>
              </c:pt>
              <c:pt idx="352">
                <c:v>1.6424876826786081</c:v>
              </c:pt>
              <c:pt idx="353">
                <c:v>0.5304400692041523</c:v>
              </c:pt>
              <c:pt idx="354">
                <c:v>0.48839220588235294</c:v>
              </c:pt>
              <c:pt idx="355">
                <c:v>0.33265103806228374</c:v>
              </c:pt>
              <c:pt idx="356">
                <c:v>0.31991121107266435</c:v>
              </c:pt>
              <c:pt idx="357">
                <c:v>0.4286869055857638</c:v>
              </c:pt>
              <c:pt idx="358">
                <c:v>0.5115175070776975</c:v>
              </c:pt>
              <c:pt idx="359">
                <c:v>0.589818353739686</c:v>
              </c:pt>
              <c:pt idx="360">
                <c:v>0.19412150519031146</c:v>
              </c:pt>
              <c:pt idx="361">
                <c:v>0.9891596309111881</c:v>
              </c:pt>
              <c:pt idx="362">
                <c:v>0.4689929238754325</c:v>
              </c:pt>
              <c:pt idx="363">
                <c:v>2.4271944117647064</c:v>
              </c:pt>
              <c:pt idx="364">
                <c:v>1.7666904522985665</c:v>
              </c:pt>
              <c:pt idx="365">
                <c:v>0.08534581067721204</c:v>
              </c:pt>
              <c:pt idx="366">
                <c:v>0.7091300836216841</c:v>
              </c:pt>
              <c:pt idx="367">
                <c:v>0.9348008910034604</c:v>
              </c:pt>
              <c:pt idx="368">
                <c:v>0.08112677706376668</c:v>
              </c:pt>
              <c:pt idx="369">
                <c:v>0.17521092025045312</c:v>
              </c:pt>
              <c:pt idx="370">
                <c:v>0.5204669723183392</c:v>
              </c:pt>
              <c:pt idx="371">
                <c:v>0.7548186634948096</c:v>
              </c:pt>
              <c:pt idx="372">
                <c:v>0.1429279243190489</c:v>
              </c:pt>
              <c:pt idx="373">
                <c:v>0.050360427202555236</c:v>
              </c:pt>
              <c:pt idx="374">
                <c:v>0.11388633217993079</c:v>
              </c:pt>
              <c:pt idx="375">
                <c:v>0.19530724666337124</c:v>
              </c:pt>
              <c:pt idx="376">
                <c:v>0.27424944059976936</c:v>
              </c:pt>
              <c:pt idx="377">
                <c:v>0.3249942733564014</c:v>
              </c:pt>
              <c:pt idx="378">
                <c:v>0.17173029411764706</c:v>
              </c:pt>
              <c:pt idx="379">
                <c:v>0.3211658910034602</c:v>
              </c:pt>
              <c:pt idx="380">
                <c:v>0.3095198875432526</c:v>
              </c:pt>
              <c:pt idx="381">
                <c:v>0.297005259515571</c:v>
              </c:pt>
              <c:pt idx="382">
                <c:v>0.15272993598615922</c:v>
              </c:pt>
              <c:pt idx="383">
                <c:v>0.17785570588235292</c:v>
              </c:pt>
              <c:pt idx="384">
                <c:v>0.6805512629757786</c:v>
              </c:pt>
              <c:pt idx="385">
                <c:v>0.6396937370242216</c:v>
              </c:pt>
              <c:pt idx="386">
                <c:v>0.6951377214532873</c:v>
              </c:pt>
              <c:pt idx="387">
                <c:v>0.46555560130718954</c:v>
              </c:pt>
              <c:pt idx="388">
                <c:v>0.14378953719723184</c:v>
              </c:pt>
              <c:pt idx="389">
                <c:v>0.4738131008403362</c:v>
              </c:pt>
              <c:pt idx="390">
                <c:v>0.17188310769896192</c:v>
              </c:pt>
              <c:pt idx="391">
                <c:v>0.23858599938937514</c:v>
              </c:pt>
              <c:pt idx="392">
                <c:v>0.3698410380622837</c:v>
              </c:pt>
              <c:pt idx="393">
                <c:v>0.23542942906574396</c:v>
              </c:pt>
              <c:pt idx="394">
                <c:v>0.1146230544982699</c:v>
              </c:pt>
              <c:pt idx="395">
                <c:v>0.41636070934256064</c:v>
              </c:pt>
              <c:pt idx="396">
                <c:v>0.5933027508650518</c:v>
              </c:pt>
              <c:pt idx="397">
                <c:v>0.20969240484429066</c:v>
              </c:pt>
              <c:pt idx="398">
                <c:v>0.7275535034602078</c:v>
              </c:pt>
              <c:pt idx="399">
                <c:v>0.3311167154644664</c:v>
              </c:pt>
              <c:pt idx="400">
                <c:v>0.18572480103806233</c:v>
              </c:pt>
              <c:pt idx="401">
                <c:v>0.2552101705388038</c:v>
              </c:pt>
              <c:pt idx="402">
                <c:v>0.11583269463667821</c:v>
              </c:pt>
              <c:pt idx="403">
                <c:v>0.38727072279892355</c:v>
              </c:pt>
              <c:pt idx="404">
                <c:v>0.1168718269896194</c:v>
              </c:pt>
              <c:pt idx="405">
                <c:v>0.5179927083988676</c:v>
              </c:pt>
              <c:pt idx="406">
                <c:v>0.1384222952710496</c:v>
              </c:pt>
              <c:pt idx="407">
                <c:v>0.10508059317844785</c:v>
              </c:pt>
              <c:pt idx="408">
                <c:v>0.26087691176470595</c:v>
              </c:pt>
              <c:pt idx="409">
                <c:v>0.06353368264953041</c:v>
              </c:pt>
              <c:pt idx="410">
                <c:v>0.36971235294117644</c:v>
              </c:pt>
              <c:pt idx="411">
                <c:v>0.0945192214532872</c:v>
              </c:pt>
              <c:pt idx="412">
                <c:v>0.09651384083044982</c:v>
              </c:pt>
              <c:pt idx="413">
                <c:v>0.40648412629757785</c:v>
              </c:pt>
              <c:pt idx="414">
                <c:v>0.3593532006920415</c:v>
              </c:pt>
              <c:pt idx="415">
                <c:v>0.19225557093425608</c:v>
              </c:pt>
              <c:pt idx="416">
                <c:v>0.3151999058054594</c:v>
              </c:pt>
              <c:pt idx="417">
                <c:v>0.48492843137254893</c:v>
              </c:pt>
              <c:pt idx="418">
                <c:v>0.9261146453287198</c:v>
              </c:pt>
              <c:pt idx="419">
                <c:v>0.11761820069204151</c:v>
              </c:pt>
              <c:pt idx="420">
                <c:v>0.1156843492887351</c:v>
              </c:pt>
              <c:pt idx="421">
                <c:v>0.2601863016147636</c:v>
              </c:pt>
              <c:pt idx="422">
                <c:v>0.14479649826989624</c:v>
              </c:pt>
              <c:pt idx="423">
                <c:v>0.3845111418685122</c:v>
              </c:pt>
              <c:pt idx="424">
                <c:v>0.18455376643598617</c:v>
              </c:pt>
              <c:pt idx="425">
                <c:v>0.5582923551038063</c:v>
              </c:pt>
              <c:pt idx="426">
                <c:v>0.4655421307594246</c:v>
              </c:pt>
              <c:pt idx="427">
                <c:v>1.6296469261822375</c:v>
              </c:pt>
              <c:pt idx="428">
                <c:v>0.0720922645136486</c:v>
              </c:pt>
              <c:pt idx="429">
                <c:v>0.8821824641621357</c:v>
              </c:pt>
              <c:pt idx="430">
                <c:v>0.15834704152249132</c:v>
              </c:pt>
              <c:pt idx="431">
                <c:v>0.7550227723952329</c:v>
              </c:pt>
              <c:pt idx="432">
                <c:v>2.2382703556324497</c:v>
              </c:pt>
              <c:pt idx="433">
                <c:v>1.3342073356401383</c:v>
              </c:pt>
              <c:pt idx="434">
                <c:v>0.2358798269896194</c:v>
              </c:pt>
              <c:pt idx="435">
                <c:v>0.18566045847750864</c:v>
              </c:pt>
              <c:pt idx="436">
                <c:v>0.6298458156653035</c:v>
              </c:pt>
              <c:pt idx="437">
                <c:v>0.8220430283470854</c:v>
              </c:pt>
              <c:pt idx="438">
                <c:v>0.19717134256055366</c:v>
              </c:pt>
              <c:pt idx="439">
                <c:v>0.33276899942329874</c:v>
              </c:pt>
              <c:pt idx="440">
                <c:v>0.7525988451557095</c:v>
              </c:pt>
              <c:pt idx="441">
                <c:v>0.656969714532872</c:v>
              </c:pt>
              <c:pt idx="442">
                <c:v>0.7404541868512111</c:v>
              </c:pt>
              <c:pt idx="443">
                <c:v>0.4251756401384083</c:v>
              </c:pt>
              <c:pt idx="444">
                <c:v>1.5603714359861593</c:v>
              </c:pt>
              <c:pt idx="445">
                <c:v>0.3191391003460208</c:v>
              </c:pt>
              <c:pt idx="446">
                <c:v>0.4481861483564014</c:v>
              </c:pt>
              <c:pt idx="447">
                <c:v>0.023310390509144834</c:v>
              </c:pt>
              <c:pt idx="448">
                <c:v>0.5536861171527434</c:v>
              </c:pt>
              <c:pt idx="449">
                <c:v>0.6104741717128029</c:v>
              </c:pt>
              <c:pt idx="450">
                <c:v>0.40059678200692045</c:v>
              </c:pt>
              <c:pt idx="451">
                <c:v>1.203945821799308</c:v>
              </c:pt>
              <c:pt idx="452">
                <c:v>0.3709992041522492</c:v>
              </c:pt>
              <c:pt idx="453">
                <c:v>0.5677389566143198</c:v>
              </c:pt>
              <c:pt idx="454">
                <c:v>1.5564787110726646</c:v>
              </c:pt>
              <c:pt idx="455">
                <c:v>0.14410588811995387</c:v>
              </c:pt>
              <c:pt idx="456">
                <c:v>0.2789491284602077</c:v>
              </c:pt>
              <c:pt idx="457">
                <c:v>0.1897747056351953</c:v>
              </c:pt>
              <c:pt idx="458">
                <c:v>0.28626924369747897</c:v>
              </c:pt>
              <c:pt idx="459">
                <c:v>0.29047448961937716</c:v>
              </c:pt>
              <c:pt idx="460">
                <c:v>0.5154482525951558</c:v>
              </c:pt>
              <c:pt idx="461">
                <c:v>0.23261980392156867</c:v>
              </c:pt>
              <c:pt idx="462">
                <c:v>0.19785337370242218</c:v>
              </c:pt>
              <c:pt idx="463">
                <c:v>0.6042892430795848</c:v>
              </c:pt>
              <c:pt idx="464">
                <c:v>0.4339380245098039</c:v>
              </c:pt>
              <c:pt idx="465">
                <c:v>0.23338762514417535</c:v>
              </c:pt>
              <c:pt idx="466">
                <c:v>0.12771998269896193</c:v>
              </c:pt>
              <c:pt idx="467">
                <c:v>0.9325108807801198</c:v>
              </c:pt>
              <c:pt idx="468">
                <c:v>0.49682337926347014</c:v>
              </c:pt>
              <c:pt idx="469">
                <c:v>0.6796719146482122</c:v>
              </c:pt>
              <c:pt idx="470">
                <c:v>0.38182407398253426</c:v>
              </c:pt>
              <c:pt idx="471">
                <c:v>0.14203160652496294</c:v>
              </c:pt>
              <c:pt idx="472">
                <c:v>0.26608865916955016</c:v>
              </c:pt>
              <c:pt idx="473">
                <c:v>0.2602227623990773</c:v>
              </c:pt>
              <c:pt idx="474">
                <c:v>0.7035215570934257</c:v>
              </c:pt>
              <c:pt idx="475">
                <c:v>0.6987602076124566</c:v>
              </c:pt>
              <c:pt idx="476">
                <c:v>0.6377312889273357</c:v>
              </c:pt>
              <c:pt idx="477">
                <c:v>0.17863639561707034</c:v>
              </c:pt>
              <c:pt idx="478">
                <c:v>0.3486482071799309</c:v>
              </c:pt>
              <c:pt idx="479">
                <c:v>0.15849717416378314</c:v>
              </c:pt>
              <c:pt idx="480">
                <c:v>0.6847270951557094</c:v>
              </c:pt>
              <c:pt idx="481">
                <c:v>0.5967772491349481</c:v>
              </c:pt>
              <c:pt idx="482">
                <c:v>0.35304762975778553</c:v>
              </c:pt>
              <c:pt idx="483">
                <c:v>0.3352676355247982</c:v>
              </c:pt>
              <c:pt idx="484">
                <c:v>0.9244417387543252</c:v>
              </c:pt>
              <c:pt idx="485">
                <c:v>0.3679751038062284</c:v>
              </c:pt>
              <c:pt idx="486">
                <c:v>1.002601864186851</c:v>
              </c:pt>
              <c:pt idx="487">
                <c:v>0.3284526859861591</c:v>
              </c:pt>
              <c:pt idx="488">
                <c:v>0.3310424740484429</c:v>
              </c:pt>
              <c:pt idx="489">
                <c:v>0.5516806838998575</c:v>
              </c:pt>
              <c:pt idx="490">
                <c:v>0.36884372837370244</c:v>
              </c:pt>
              <c:pt idx="491">
                <c:v>0.25371558477508654</c:v>
              </c:pt>
              <c:pt idx="492">
                <c:v>0.22109273670965712</c:v>
              </c:pt>
              <c:pt idx="493">
                <c:v>0.599881777681661</c:v>
              </c:pt>
              <c:pt idx="494">
                <c:v>0.4042964792387544</c:v>
              </c:pt>
              <c:pt idx="495">
                <c:v>0.2847801730103807</c:v>
              </c:pt>
              <c:pt idx="496">
                <c:v>0.16899930988081507</c:v>
              </c:pt>
              <c:pt idx="497">
                <c:v>0.8044106920415225</c:v>
              </c:pt>
              <c:pt idx="498">
                <c:v>1.1811283412629758</c:v>
              </c:pt>
              <c:pt idx="499">
                <c:v>0.07568829873125721</c:v>
              </c:pt>
              <c:pt idx="500">
                <c:v>0.7966400904977378</c:v>
              </c:pt>
              <c:pt idx="501">
                <c:v>0.7810336610232329</c:v>
              </c:pt>
              <c:pt idx="502">
                <c:v>0.4875189854176965</c:v>
              </c:pt>
              <c:pt idx="503">
                <c:v>0.1669367733564014</c:v>
              </c:pt>
              <c:pt idx="504">
                <c:v>0.39663167171280284</c:v>
              </c:pt>
              <c:pt idx="505">
                <c:v>0.46102088062283747</c:v>
              </c:pt>
              <c:pt idx="506">
                <c:v>0.13317990855165598</c:v>
              </c:pt>
              <c:pt idx="507">
                <c:v>0.5562463854138942</c:v>
              </c:pt>
              <c:pt idx="508">
                <c:v>1.0091379959630913</c:v>
              </c:pt>
              <c:pt idx="509">
                <c:v>0.9832025821799308</c:v>
              </c:pt>
              <c:pt idx="510">
                <c:v>0.37387531660899653</c:v>
              </c:pt>
              <c:pt idx="511">
                <c:v>0.04648106574394464</c:v>
              </c:pt>
              <c:pt idx="512">
                <c:v>0.24218539792387542</c:v>
              </c:pt>
              <c:pt idx="513">
                <c:v>0.0346806401384083</c:v>
              </c:pt>
              <c:pt idx="514">
                <c:v>0.7652421583044984</c:v>
              </c:pt>
              <c:pt idx="515">
                <c:v>0.04568321799307959</c:v>
              </c:pt>
              <c:pt idx="516">
                <c:v>0.365830351787774</c:v>
              </c:pt>
              <c:pt idx="517">
                <c:v>0.4758614922145329</c:v>
              </c:pt>
              <c:pt idx="518">
                <c:v>0.23185382105783492</c:v>
              </c:pt>
              <c:pt idx="519">
                <c:v>0.14966079584775088</c:v>
              </c:pt>
              <c:pt idx="520">
                <c:v>0.261463418951291</c:v>
              </c:pt>
              <c:pt idx="521">
                <c:v>0.1875843010380623</c:v>
              </c:pt>
              <c:pt idx="522">
                <c:v>0.2177352249134948</c:v>
              </c:pt>
              <c:pt idx="523">
                <c:v>0.6258049357390014</c:v>
              </c:pt>
              <c:pt idx="524">
                <c:v>0.7456802326028451</c:v>
              </c:pt>
              <c:pt idx="525">
                <c:v>0.18325833621683968</c:v>
              </c:pt>
              <c:pt idx="526">
                <c:v>0.22901662053056515</c:v>
              </c:pt>
              <c:pt idx="527">
                <c:v>0.4477984844290658</c:v>
              </c:pt>
              <c:pt idx="528">
                <c:v>0.32931809342560553</c:v>
              </c:pt>
              <c:pt idx="529">
                <c:v>0.1648456401384083</c:v>
              </c:pt>
              <c:pt idx="530">
                <c:v>0.26860445328719723</c:v>
              </c:pt>
              <c:pt idx="531">
                <c:v>0.21375885467128028</c:v>
              </c:pt>
              <c:pt idx="532">
                <c:v>0.060095951557093436</c:v>
              </c:pt>
              <c:pt idx="533">
                <c:v>0.6380690873702424</c:v>
              </c:pt>
              <c:pt idx="534">
                <c:v>0.3557470146482123</c:v>
              </c:pt>
              <c:pt idx="535">
                <c:v>0.1556703910034602</c:v>
              </c:pt>
              <c:pt idx="536">
                <c:v>0.8004140998517055</c:v>
              </c:pt>
              <c:pt idx="537">
                <c:v>0.29952748788927336</c:v>
              </c:pt>
              <c:pt idx="538">
                <c:v>0.35188946366782015</c:v>
              </c:pt>
              <c:pt idx="539">
                <c:v>0.9972667935409457</c:v>
              </c:pt>
              <c:pt idx="540">
                <c:v>0.29411959316346864</c:v>
              </c:pt>
              <c:pt idx="541">
                <c:v>0.655119865916955</c:v>
              </c:pt>
              <c:pt idx="542">
                <c:v>0.1650386678200692</c:v>
              </c:pt>
              <c:pt idx="543">
                <c:v>0.8102842486406329</c:v>
              </c:pt>
              <c:pt idx="544">
                <c:v>0.28429467914438505</c:v>
              </c:pt>
              <c:pt idx="545">
                <c:v>0.3864285501730105</c:v>
              </c:pt>
              <c:pt idx="546">
                <c:v>0.5131611670336584</c:v>
              </c:pt>
              <c:pt idx="547">
                <c:v>0.11974150519031142</c:v>
              </c:pt>
              <c:pt idx="548">
                <c:v>0.1674561097380129</c:v>
              </c:pt>
              <c:pt idx="549">
                <c:v>0.1496969885380623</c:v>
              </c:pt>
              <c:pt idx="550">
                <c:v>0.2689847893118032</c:v>
              </c:pt>
              <c:pt idx="551">
                <c:v>0.247233071799308</c:v>
              </c:pt>
              <c:pt idx="552">
                <c:v>0.23574309904844293</c:v>
              </c:pt>
              <c:pt idx="553">
                <c:v>0.2311064132785467</c:v>
              </c:pt>
              <c:pt idx="554">
                <c:v>0.25748284169550173</c:v>
              </c:pt>
              <c:pt idx="555">
                <c:v>0.7407839424740486</c:v>
              </c:pt>
              <c:pt idx="556">
                <c:v>0.3502165570934257</c:v>
              </c:pt>
              <c:pt idx="557">
                <c:v>0.691360813148789</c:v>
              </c:pt>
              <c:pt idx="558">
                <c:v>0.09258894463667819</c:v>
              </c:pt>
              <c:pt idx="559">
                <c:v>0.6579210652496293</c:v>
              </c:pt>
              <c:pt idx="560">
                <c:v>0.051152335640138415</c:v>
              </c:pt>
              <c:pt idx="561">
                <c:v>0.051216678200692034</c:v>
              </c:pt>
              <c:pt idx="562">
                <c:v>0.12492966032295273</c:v>
              </c:pt>
              <c:pt idx="563">
                <c:v>0.14360455233564012</c:v>
              </c:pt>
              <c:pt idx="564">
                <c:v>0.01411675778546713</c:v>
              </c:pt>
              <c:pt idx="565">
                <c:v>0.5667292733564013</c:v>
              </c:pt>
              <c:pt idx="566">
                <c:v>0.57715276816609</c:v>
              </c:pt>
              <c:pt idx="567">
                <c:v>0.7468884429065746</c:v>
              </c:pt>
              <c:pt idx="568">
                <c:v>0.10095004590542098</c:v>
              </c:pt>
              <c:pt idx="569">
                <c:v>0.18164333794694348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Runoff, 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Rainfall, 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72768"/>
        <c:majorUnit val="2"/>
      </c:valAx>
      <c:spPr>
        <a:noFill xmlns:a="http://schemas.openxmlformats.org/drawingml/2006/main"/>
        <a:ln xmlns:a="http://schemas.openxmlformats.org/drawingml/2006/main" w="9525">
          <a:solidFill>
            <a:srgbClr val="C8D8DF"/>
          </a:solidFill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Poor</c:v>
          </c:tx>
          <c:spPr>
            <a:ln xmlns:a="http://schemas.openxmlformats.org/drawingml/2006/main" w="19050">
              <a:solidFill>
                <a:srgbClr val="C85D45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2001</c:v>
              </c:pt>
              <c:pt idx="1">
                <c:v>2004</c:v>
              </c:pt>
              <c:pt idx="2">
                <c:v>2007</c:v>
              </c:pt>
              <c:pt idx="3">
                <c:v>2010</c:v>
              </c:pt>
              <c:pt idx="4">
                <c:v>2013</c:v>
              </c:pt>
              <c:pt idx="5">
                <c:v>2016</c:v>
              </c:pt>
              <c:pt idx="6">
                <c:v>2019</c:v>
              </c:pt>
            </c:numLit>
          </c:cat>
          <c:val>
            <c:numLit>
              <c:formatCode>General</c:formatCode>
              <c:ptCount val="7"/>
              <c:pt idx="0">
                <c:v>80.4586</c:v>
              </c:pt>
              <c:pt idx="1">
                <c:v>80.469</c:v>
              </c:pt>
              <c:pt idx="2">
                <c:v>80.502</c:v>
              </c:pt>
              <c:pt idx="3">
                <c:v>80.5198</c:v>
              </c:pt>
              <c:pt idx="4">
                <c:v>80.5587</c:v>
              </c:pt>
              <c:pt idx="5">
                <c:v>80.5994</c:v>
              </c:pt>
              <c:pt idx="6">
                <c:v>80.6309</c:v>
              </c:pt>
            </c:numLit>
          </c:val>
        </c:ser>
        <c:ser>
          <c:idx val="1"/>
          <c:order val="1"/>
          <c:tx>
            <c:v>Fair</c:v>
          </c:tx>
          <c:spPr>
            <a:ln xmlns:a="http://schemas.openxmlformats.org/drawingml/2006/main" w="28575">
              <a:solidFill>
                <a:srgbClr val="087B9C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87B9C"/>
              </a:solidFill>
            </c:spPr>
          </c:marker>
          <c:cat>
            <c:numLit>
              <c:formatCode>General</c:formatCode>
              <c:ptCount val="7"/>
              <c:pt idx="0">
                <c:v>2001</c:v>
              </c:pt>
              <c:pt idx="1">
                <c:v>2004</c:v>
              </c:pt>
              <c:pt idx="2">
                <c:v>2007</c:v>
              </c:pt>
              <c:pt idx="3">
                <c:v>2010</c:v>
              </c:pt>
              <c:pt idx="4">
                <c:v>2013</c:v>
              </c:pt>
              <c:pt idx="5">
                <c:v>2016</c:v>
              </c:pt>
              <c:pt idx="6">
                <c:v>2019</c:v>
              </c:pt>
            </c:numLit>
          </c:cat>
          <c:val>
            <c:numLit>
              <c:formatCode>General</c:formatCode>
              <c:ptCount val="7"/>
              <c:pt idx="0">
                <c:v>75.4914</c:v>
              </c:pt>
              <c:pt idx="1">
                <c:v>75.5693</c:v>
              </c:pt>
              <c:pt idx="2">
                <c:v>75.6357</c:v>
              </c:pt>
              <c:pt idx="3">
                <c:v>75.6826</c:v>
              </c:pt>
              <c:pt idx="4">
                <c:v>75.7123</c:v>
              </c:pt>
              <c:pt idx="5">
                <c:v>75.7491</c:v>
              </c:pt>
              <c:pt idx="6">
                <c:v>75.779</c:v>
              </c:pt>
            </c:numLit>
          </c:val>
        </c:ser>
        <c:ser>
          <c:idx val="2"/>
          <c:order val="2"/>
          <c:tx>
            <c:v>Good</c:v>
          </c:tx>
          <c:spPr>
            <a:ln xmlns:a="http://schemas.openxmlformats.org/drawingml/2006/main" w="19050">
              <a:solidFill>
                <a:srgbClr val="6F9A7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2001</c:v>
              </c:pt>
              <c:pt idx="1">
                <c:v>2004</c:v>
              </c:pt>
              <c:pt idx="2">
                <c:v>2007</c:v>
              </c:pt>
              <c:pt idx="3">
                <c:v>2010</c:v>
              </c:pt>
              <c:pt idx="4">
                <c:v>2013</c:v>
              </c:pt>
              <c:pt idx="5">
                <c:v>2016</c:v>
              </c:pt>
              <c:pt idx="6">
                <c:v>2019</c:v>
              </c:pt>
            </c:numLit>
          </c:cat>
          <c:val>
            <c:numLit>
              <c:formatCode>General</c:formatCode>
              <c:ptCount val="7"/>
              <c:pt idx="0">
                <c:v>71.8492</c:v>
              </c:pt>
              <c:pt idx="1">
                <c:v>71.9757</c:v>
              </c:pt>
              <c:pt idx="2">
                <c:v>72.0672</c:v>
              </c:pt>
              <c:pt idx="3">
                <c:v>72.1359</c:v>
              </c:pt>
              <c:pt idx="4">
                <c:v>72.1598</c:v>
              </c:pt>
              <c:pt idx="5">
                <c:v>72.1948</c:v>
              </c:pt>
              <c:pt idx="6">
                <c:v>72.2245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2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Composite CN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4495A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9525">
          <a:solidFill>
            <a:srgbClr val="C8D8D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34495A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F984BC-6ED9-42DD-9813-42B85BE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6858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5875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7ADE48-99FD-4972-9B6B-4F4144DD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6858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2187C2-C59B-4F75-A140-2B451E2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9052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0D4"/>
                </a:solidFill>
                <a:latin typeface="Calibri"/>
                <a:ea typeface="Calibri"/>
                <a:cs typeface="Calibri"/>
              </a:rPr>
              <a:t>2026 ASCE–EWRI Watershed Management Conference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8867C3-6103-44F2-8177-0B650BA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87552"/>
            <a:ext cx="9052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0D4"/>
                </a:solidFill>
                <a:latin typeface="Calibri"/>
                <a:ea typeface="Calibri"/>
                <a:cs typeface="Calibri"/>
              </a:rPr>
              <a:t>Curve Number Hydrology and Remote Sensing Task Committees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7D3F31-6AA6-4F5B-8888-FCF54D6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058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Modern Curve Number Hydrology</a:t>
            </a:r>
            <a:endParaRPr sz="4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5F8D99-2F94-48A4-AF07-DA51F33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9692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Theory, spatial estimation, and Earth Observation applications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6C89CD-A916-4B6C-A447-E413506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DURATION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68F02C-2622-4A2A-835C-6829C6F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Four hours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9C382D-5B03-434E-9C05-AE72C46A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5262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FORMAT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EF4416-7BE1-4065-A57B-62C50DE2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828032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Lecture and three computational labs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650C2E5-9598-4C32-BE65-35F127A3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52628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CREDIT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C40EF8E-55E0-4E26-84D7-F69D4B82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828032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4.0 PDH for the full workshop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D52666A-E750-4484-A32F-A5B6248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4476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FA6BF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DC5C60-B464-46C8-8711-D9404B5B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150">
                <a:solidFill>
                  <a:srgbClr val="9FC0D4"/>
                </a:solidFill>
                <a:latin typeface="Calibri"/>
                <a:ea typeface="Calibri"/>
                <a:cs typeface="Calibri"/>
              </a:rPr>
              <a:t>John J. Ramirez-Avila, Mississippi State University  |  Saurav Kumar, Arizona State University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280280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D56A1B-0590-41C8-B21D-1C0F8A7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Workshop instructors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AB3B01-67D5-4124-98C5-F64E604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workshop integrates curve-number hydrology, spatial data, and engineering interpretation.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3C4D07-CB31-47EE-B4D3-02504760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C4E0E8-EFB2-425A-8C88-CC8918B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7C944C-9F12-4FEF-A74D-2453D9E4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B83E0C-69D0-4D2D-BDE1-94FE8E0B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94BFDD-226D-4623-8DD9-CE0E410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574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DDD6A-C50C-409A-97E2-2A06443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574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JJ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82C6FE5-8EA0-455A-9C0A-7F50D9F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121408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1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John J. Ramirez-Avila</a:t>
            </a:r>
            <a:endParaRPr sz="2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1EE22A-A1D3-473D-A04E-5BDD326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786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Mississippi State University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E80F6A5-CCA7-4B29-9DBA-5F14249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08960"/>
            <a:ext cx="4480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Curve-number theory, rainfall–runoff interpretation, and the reporting implications of calibration and compositing.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C7C5C9-AB5D-40C1-BB93-76D415BB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AC41447-5D16-4150-AC12-93F8E1C0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0574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A5B04F7-B946-4F51-922C-8B7546E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0574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SK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3931046-90CA-4863-A33D-2D5DB3D3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121408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1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Saurav Kumar</a:t>
            </a:r>
            <a:endParaRPr sz="2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07EB21D-5B2F-4752-883E-D87E86A7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786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Arizona State University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BF50F8A-9255-4564-8890-21A2C71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108960"/>
            <a:ext cx="4480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Earth Observation, watershed-scale estimation, temporal change, and reproducible computational workflows.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E68516A-FAAD-486E-BB62-0B800C6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Participants may use verified reference datasets or apply the same analytical framework through Earth Engine to a selected watershed.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60134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009EA6-E8C7-421B-8B57-E3CB03CC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Workshop schedule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221F39-9D17-4B98-B902-E0F40F9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Three linked modules move from theory to spatial estimation and interpretation.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2F6614-B7CC-4AF8-89EB-A443AEE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4C090F-D3FE-41CA-8C0E-6CE546B2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AA16E7-9752-4414-8972-169B7D78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3BBD25-FE04-4F8E-A741-F5CE3D8E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0:00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F3BC29-A4B4-4DAD-92C4-F7F94054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276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Welcome and orientation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2682B9-DC68-4EF7-8433-37E6243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6276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10 min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DA438B-0047-4544-AE81-7933C43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848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0:10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EA9498-FF7A-4CA9-8F0A-DA830673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848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Foundations: rainfall, runoff, and curve number</a:t>
            </a:r>
            <a:endParaRPr sz="14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9D9895-BE0A-4760-B86A-02CC6298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848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40 min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EF35DF-5DAF-4E49-942A-ECDD0E79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420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0:50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6A2F8A4-7B72-4E1E-9394-63350FA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420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Lab 1 and report-out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E55A4E-E468-4610-BF5C-5C7C31D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5420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30 min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E8D5F57-3252-437C-89B1-7C766C6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992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1:20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0DC9911-93B3-49F2-BC08-239DB1A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92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Break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F444AE-49ED-4171-90A6-5DE30D82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9992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AA3668C-540B-407E-9F3F-BDB2D2B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1:35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C5136D9-7C65-4A5F-854F-B2B195B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564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Earth Observation and spatial estimation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B46035-E19E-4BD1-BD5E-1E11811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564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25 min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D7B06C6-9D9E-4648-8A9B-EACB485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136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6E7B85"/>
                </a:solidFill>
                <a:latin typeface="Cambria"/>
                <a:ea typeface="Cambria"/>
                <a:cs typeface="Cambria"/>
              </a:rPr>
              <a:t>2:00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8912DE-FA22-45C2-A8F1-1A9886C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136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Lab 2 and report-out</a:t>
            </a:r>
            <a:endParaRPr sz="14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B915267-EC0B-48A2-A4C9-8B148D2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136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45 min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C37078-6380-42CE-A778-261B0AD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708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2:45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57A3C22-CA01-45B4-B669-7A5CCDA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708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Break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600004C-5550-4C04-9A88-A86EEFC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708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6A5B529-E288-4ADF-A157-81DE6A1F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3:00</a:t>
            </a:r>
            <a:endParaRPr sz="14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95B55C0-32C4-4E37-88C9-D8BAD42D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280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Change, uncertainty, and Lab 3</a:t>
            </a:r>
            <a:endParaRPr sz="14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0040181-6197-4FA9-A42A-349586C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8280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45 min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A6837A0-68C9-4832-91F4-216DD615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3:45</a:t>
            </a:r>
            <a:endParaRPr sz="14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700660-3B34-4A3C-9E1A-011C6F7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852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Reporting synthesis and close</a:t>
            </a:r>
            <a:endParaRPr sz="14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FE7BCE0-CD56-4F47-B6FB-AEFF92EC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852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D031134-E739-4C1C-BDAE-2A691277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868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4:00</a:t>
            </a:r>
            <a:endParaRPr sz="14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847CD4B-42BE-4D50-B643-70B9DB5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42432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End</a:t>
            </a:r>
            <a:endParaRPr sz="14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49ED07-67AA-419E-9652-CB658F82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742432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15 min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96199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9F8421-7E2F-4C0F-BECC-F77182C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Learning objectives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C93AE9-5FC0-4015-9604-9B7603E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138BA04-5603-4C78-B42E-BAB9799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C5AFC0-0A5D-4700-84F7-1364FC2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4CAA1C8-233D-4EBC-B03F-AC7813C6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1B1731-B847-43D6-A59B-88F1641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249212-C053-4B9D-9103-712E7127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45920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Explain the governing relation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9B125E-2D76-4ACA-A835-B62E1EF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48256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Relate rainfall, initial abstraction, retention, runoff, curve number, and the initial-abstraction ratio.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2781E17-0950-4E55-BA97-116DA34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F5C3ED-4AED-4270-8C06-64BDDB2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2E1A36-4D81-4D08-B3D8-3785EB55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16352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Estimate CN from spatial data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560B2EB-3C47-4D76-BB40-3333D22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18688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Combine watershed boundaries, land cover, and hydrologic soil group with explicit provenance.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BB2905C-CE60-4E6B-97B9-F8A211AA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6849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D27D3A-D1B0-494E-A76C-AA16C363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6849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1AA06-0FC9-482E-9F8A-6122934E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86784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methodological uncertainty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905AD14-60A0-4F19-9C94-3DBA480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389120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observed change with hydrologic condition, soil coverage, calibration, and compositing choices.</a:t>
            </a:r>
            <a:endParaRPr sz="13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B95E6-FD3C-4BFC-AF10-1B30120E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0078DD1-E88F-4060-9D31-8DB9A89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5E7C08-A86E-4522-812A-8705645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57216"/>
            <a:ext cx="9966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a reproducible statement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A759FA-4BB6-4997-AE12-89B96285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59552"/>
            <a:ext cx="9966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 the parameter, data sources, assumptions, spatial coverage, and evidence supporting interpretation.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737705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Two reference watersheds anchor the analysis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Long-record USGS gages provide contrasting physiographic and hydrologic settings.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NWIS and NLDI; workshop data registry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 near Great Falls, Virginia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01646000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Drainage area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57.8 square miles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Physiography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Piedmont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Record begins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1935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Workshop role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Complete spatial and gage analysis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Accotink Creek near Annandale, Virginia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01654000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Drainage area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23.9 square miles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Physiography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Coastal Plain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Record begins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1947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Workshop role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Contrasting fitted behavior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reference datasets support the complete analytical sequence; Earth Engine extends the same method to a participant-selected watershed.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FOUNDATIONS · THEORY AND CALIBRATION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curve number is inferred from rainfall–runoff behavior; it is not a directly observed property of a pixel.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The spatial inputs inform parameter estimation. The runoff relation, calibration convention, and observed response determine its interpretation.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Curve number is inferred from storm response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Measured rainfall and runoff provide the evidence used to evaluate an assigned table value.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NWIS; events_01646000.csv; cnkit 1.1.0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 storm events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570 separated events · 1990–2026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Parameter estimation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NRCS runoff relation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Observed variables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Rainfall P and runoff Q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Model parameters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Curve number CN and λ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Asymptotic fit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CN∞ = 69.7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Table estimate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CN = 75.5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fitted estimate is obtained from measured events; the table estimate is assigned from land cover, soil, and hydrologic condition.</a:t>
            </a:r>
            <a:endParaRPr sz="125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14400" y="2914650"/>
          <a:ext xmlns:a="http://schemas.openxmlformats.org/drawingml/2006/main" cx="4619625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5f5eb0e93844eb"/>
          </a:graphicData>
        </a:graphic>
      </p:graphicFrame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The runoff equation contains two linked parameters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Rainfall, P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Observed storm depth for the event.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Initial abstraction, Iₐ = λS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Loss before runoff begins; λ is part of the calibration.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Potential retention, S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 = 1000/CN − 10 inches.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Direct runoff, Q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Q = (P − Iₐ)² / (P − Iₐ + S) for P &gt; Iₐ; otherwise Q = 0.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Changing λ changes the curve-number scale. Report λ and CN together.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Lambda and curve number form a calibration pair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Changing one without converting the other changes the model response.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 Ch. 10; Woodward et al. (2003)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Conventional formulation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Initial-abstraction ratio λ = 0.20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Curve number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75.5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Three-inch storm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0.988 in runoff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Calibration basis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NEH/TR-55 tables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Retention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 = 3.245 in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Alternative formulation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Initial-abstraction ratio λ = 0.05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Converted curve number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66.0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Three-inch storm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0.953 in runoff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Calibration basis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Empirical conversion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 different CN scale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reported curve number is incomplete unless its initial-abstraction convention is stated.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Six choices govern a spatial curve-number estimate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Land cover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Product, class system, vintage, and spatial resolution.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soil group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Source, map-unit interpretation, dual groups, and coverage.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condition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Poor, fair, or good condition changes the lookup value.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Initial abstraction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The selected λ must be paired with the curve-number calibration.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Compositing convention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Distributed runoff, area-weighted CN, or area-weighted 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Spatial completeness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Unmapped land-cover or soil area belongs beside the result.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These choices are methodological inputs, not incidental software settings.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Compositing order changes runoff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One inch of rainfall over 60% connected impervious cover and 40% woods.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NEH-630 Ch. 9; TR-55 Worksheet 2; cnkit calculation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Three valid calculations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CN 98 impervious · CN 55 woods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Distributed runoff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0.4745 in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Area-weighted CN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0.0949 in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Area-weighted 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0.0277 in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Maximum ratio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17×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Why the results diverge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wooded subarea has Iₐ = 1.64 in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Storm depth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1.00 in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Distributed sequence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Compute Q, then average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Lumped sequence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Average parameter, then Q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Engineering choice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Document the representation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arithmetic is correct in each case; the calculations represent different spatial models.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Lab 1 · Understand and audit the equation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Run the setup and comparison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Open Notebook 01, execute the reference calculations, and inspect the three-inch storm table.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the lambda pair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Explain why λ = 0.20 and λ = 0.05 require different curve-number scales.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Calculate the weighting example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distributed runoff, weighted CN, and weighted S for the one-inch storm.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the report-out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 a compositing convention and identify the evidence supporting that choice.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Working time: 20 minutes. Record the three runoff depths and one concise interpretation.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LAB 1 · REPORT-OUT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Which compositing convention would you report for a heterogeneous watershed, and what evidence supports that choice?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State the calculation sequence, the resulting runoff depth, and the spatial representation implied by the method.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Earth Observation supports spatial estimation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Define the watershed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a verified boundary, USGS gage number, or outlet coordinates.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Measure land cover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 the product, year, resolution, and class system explicitly.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Resolve hydrologic soil group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Link mapped soil units to HSG and quantify the area with no assignment.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Aggregate the joint distribution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Align land cover and soil spatially, then summarize observed class pairs.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Reference datasets provide verified outputs; Earth Engine applies the same sequence to a selected watershed.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Marginal and joint distributions differ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distinction is spatial association, not simply data volume.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EPA StreamCat; USDA SDA; Annual NLCD; gNATSGO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Marginal distributions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Land-cover and soil percentages are separate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Spatial association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Not retained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Required assumption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Independent pairing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Computation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Cross all classes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Synthetic joint table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Joint spatial distribution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Land-cover–soil pairs share a location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Spatial association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Measured pixel by pixel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Required assumption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No independent pairing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Computation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Aggregate observed pairs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Observed joint table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 spatial workflow adds information by preserving where land-cover and soil classes occur together.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Independent pairing adds 1.88 curve-number units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comparison uses identical raster marginals; only the pairing method changes.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Executed Earth Engine evidence, 6 August 2026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Marginals crossed independently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Difficult Run · 2019 · fair condition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77.6638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Land cover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Soils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Pairing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Assumed independent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Observed joint distribution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Difficult Run · 2019 · fair condition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75.7790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Land cover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Soils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Same raster marginal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Pairing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Measured jointly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1.8848-unit difference isolates the independence assumption. The earlier 4.50-unit result is a feasible tabular range, not this correction.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Soil source and spatial coverage remain reportable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Difficult Run demonstrates the scale of a source choice under the same land cover and condition.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Executed Earth Engine evidence; USDA SDA; HiHydroSoil v2.0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gNATSGO with SDA HSG lookup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CONUS map-unit interpretation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Analysis scale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30 m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 with no HSG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21.27%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75.7790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Role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Workshop reference estimate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HiHydroSoil v2.0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Global modelled comparison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Analysis scale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250 m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Composite CN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83.9564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Difference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+8.1774 CN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Role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Source-sensitivity analysis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Report the soil asset, spatial scale, HSG interpretation, and mapped fraction with the composite estimate.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Lab 2 · Estimate CN for a watershed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Select the data pathway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Use a reference watershed or apply Earth Engine to a gage or outlet selected for analysis.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Review the boundary and inputs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Record delineation, land-cover product and year, soil source, resolution, and coverage.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Estimate the joint composite CN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observed joint pairing with independent crossing and calculate the condition spread.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Prepare the report-out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Report CN, compositing convention, unmapped area, independence effect, and provenance.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Working time: 35 minutes. Both pathways use the same result schema and interpretation questions.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LAB 2 · REPORT-OUT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Which methodological uncertainty should accompany the headline curve-number estimate?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Use the condition spread, soil coverage, source sensitivity, and pairing effect to support the selection.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Condition uncertainty exceeds the observed change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Difficult Run, 2001–2019; Annual NLCD and SDA-resolved gNATSGO.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Executed Earth Engine trajectory, 6 August 2026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 trajectory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Observed joint distribution · seven years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Scale comparison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Land-cover signal and methodological band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Measured change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+0.2876 CN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Mean condition spread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8.4473 CN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Spread / change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29.4×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Area with no HSG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21.27%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temporal trajectory is interpretable only when the hydrologic-condition band and spatial coverage are reported with it.</a:t>
            </a:r>
            <a:endParaRPr sz="125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14400" y="2914650"/>
          <a:ext xmlns:a="http://schemas.openxmlformats.org/drawingml/2006/main" cx="4619625" cy="2152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cd05defc5a4c7b"/>
          </a:graphicData>
        </a:graphic>
      </p:graphicFrame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Table and fitted estimates differ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Asymptotic fits use measured rainfall and runoff; table estimates represent assigned basin characteristics.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USGS NWIS events; cnkit asymptotic fits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Difficult Run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01646000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570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Table CN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75.5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Fitted CN∞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69.696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 R²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0.488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Accotink Creek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USGS 01654000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563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Table CN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77.9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Fitted CN∞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78.902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Fit R²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0.083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The direction and strength of disagreement differ between basins; a universal table correction is not supported by these records.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F89E38-2957-4DA7-9753-7DA7DA2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Observed soil moisture stratifies event response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523395-A9DE-42D0-9C05-F35F806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10104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Difficult Run events grouped by NASA POWER root-zone wetness on the day before each event.</a:t>
            </a:r>
            <a:endParaRPr sz="13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06E73A-AEBE-410D-8BCB-77A083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CD252A-7190-429E-845B-195F775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2A8010-571A-4EAF-831D-B2FBE08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31F616-78BC-4DDD-94C2-529CB82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345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NASA POWER GWETROOT; USGS NWIS event record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BAB51-D162-44CA-AC02-E490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AB7BB-B28B-42D2-ADEA-1F6AD4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Driest third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F4CB00-ACAC-4D8F-8F75-9B5B9B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Antecedent root-zone state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3C3CE-525D-47F3-9948-30DBBED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7F5B92-A70C-435A-B9DF-34C539A7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204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0FE16-E06E-455C-AC51-DC9F690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wetness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6C3F4B-4203-46FC-8CFC-11EE813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0.49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382EC6-33DA-4971-B1AD-53E9F3E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event CN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436BF5-CF25-4F0D-AEE7-C5F3456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74.97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9D4E50-27D1-41CC-B66D-0383F57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runoff ratio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827184-5E4F-4053-BB87-895F536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0.144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FD1252-A536-41BA-9ABE-672D205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25780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029CBC-D6E9-4B31-91AB-941C475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8528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Wettest third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EA8E62-36F4-4000-AEEA-A62476D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1760"/>
            <a:ext cx="4526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Antecedent root-zone state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FE4F97-2F22-4612-9DEB-4C31F49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8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Events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5C8361-7307-4ECC-9AA0-906D098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179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574690-D4AF-492D-972D-722BFB2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wetness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BE0D16-2D9B-4207-B2A2-4601210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0.79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C16F29-77D0-46C7-8D7B-31BF287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624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event CN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5F8752-AD62-44F3-8FAB-E4AE4E8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20624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83.44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8D74EB7-AB69-43AC-B3B2-C8A8575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Median runoff ratio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9CA2776-EADA-4DF4-BC8A-C2F61A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2377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0.285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221E24-AB19-40E2-8AA0-00980DA4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Observed antecedent state provides a reproducible continuous variable for evaluating event response.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9482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DACA74-B4B8-4A75-95DB-3AE4ACB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Lab 3 · Evaluate change and uncertainty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D998B-CA4A-48EB-997A-815A13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3722B3-3802-41F0-86B0-E1941B1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9D1267-EA10-496A-8A16-68AA185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F30A960-082F-414C-AE5C-4C0C13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42E6EB-BC59-4C36-843B-58E4078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5648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Plot the temporal trajectory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BAF34A-DB49-48F0-AB2D-2324C7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3936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Place the fair-condition estimate inside the poor-to-good hydrologic-condition band.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F4410E-84A5-4849-BE4F-F47144F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88336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55321-AC03-486D-9FE6-3C7D868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16352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Compare signal and assumptions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023D41-C28A-4B93-973F-BC9C46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3464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Calculate the land-cover change, mean condition spread, and their ratio.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752980-4E8F-42E3-8558-2E9388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5C8172-C21A-40D3-870B-2E0259D8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77056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Fit the measured gage record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130892-65CB-4153-B1D7-14A54F4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95344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asymptotic fitted CN with the table estimate for both reference watersheds.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259A556-94A6-4180-8B5D-1E30BA5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9744"/>
            <a:ext cx="1088136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F1F033-364A-40DB-934C-5E8F7B6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Evaluate antecedent state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76CF51-DB02-4C0E-908A-D314E22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56048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Compare event response across the driest and wettest root-zone moisture thirds.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A00051-EB41-4886-BC21-F848179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6E7B85"/>
                </a:solidFill>
                <a:latin typeface="Calibri"/>
                <a:ea typeface="Calibri"/>
                <a:cs typeface="Calibri"/>
              </a:rPr>
              <a:t>Working time: 25 minutes. Conclude with the six-line reporting statement in Notebook 03.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404469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LAB 3 · REPORT-OUT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Does the observed temporal change exceed the uncertainty introduced by the method?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Compare the measured trajectory, hydrologic-condition spread, fitted gage evidence, and antecedent-state analysis.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 reproducible report states six items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Equation and calibration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Curve-number relation, λ, and conversion basis.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Land cover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Product, year, class system, and resolution.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Soils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Source, HSG interpretation, and unmapped fraction.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Hydrologic condition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Selected condition and poor-to-good sensitivity.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Compositing convention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Distributed runoff, weighted CN, or weighted 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Evidence and uncertainty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Measured change, fitted response, and assumption band.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Together these items define the minimum record needed to interpret and reproduce the estimate.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F38968-5A2F-46E1-B92B-6C37A30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104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Resources for continued application</a:t>
            </a:r>
            <a:endParaRPr sz="27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B49066-6A10-412F-AA77-FFF522A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BCBE94A-59D7-45B4-8F14-7C0E581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A96964-C264-4BAA-AD17-97AA066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9B4BC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A3BC60-39C6-46DC-8F64-8480687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72F83-D2D5-46D9-8F36-25E08C1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Earth Engine setup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E78A80-7906-4E74-8FAA-1F40FDE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Project registration, authentication, and Colab initialization.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3238B5-BFAE-4315-9C22-39B59C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777F89-92CE-47FC-AA0A-1A8CC5B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2880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Readiness notebook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269F1A-BA7A-43AA-B8A0-591955E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Verifies cnkit, reference data, calculations, and Earth Engine access.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7EF428-3F26-45CE-9869-29DA199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9690F0-E340-4856-B5A9-C97EBD11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Three laboratory notebooks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DF9514-78A4-4E32-BD5F-65AB853F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Theory, spatial estimation, and evaluation in Google Colab.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5E7F0B-4B54-44C0-93ED-FAC21E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27248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F15278-66CD-4CCC-A3D2-504B8EB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10128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Versioned data bundle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1770E5-8FFE-470C-8940-EFF4E527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75888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Reference inputs and recorded Earth Engine results with checksum.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A529A28-C7BA-4F9D-BB48-AC92100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1CBF047-5FC6-4B20-9E48-2AF3286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cnkit 1.1.0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52B16A-A371-4F31-8C87-68962FA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Core hydrology, delineation, Earth Engine, and workflow functions.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D55278B-F4E4-4E57-A4D0-9E395F7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08576"/>
            <a:ext cx="52578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12700">
            <a:solidFill>
              <a:srgbClr val="D3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CFCC24D-81B8-4F41-A349-A52C728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9145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GitHub repository and portal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ECF969-95B6-41FA-8799-A90990D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57216"/>
            <a:ext cx="4617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>
                <a:solidFill>
                  <a:srgbClr val="31414F"/>
                </a:solidFill>
                <a:latin typeface="Calibri"/>
                <a:ea typeface="Calibri"/>
                <a:cs typeface="Calibri"/>
              </a:rPr>
              <a:t>Slides, notebooks, data, source documentation, and build scripts.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37F2532-2D6E-407E-A6F3-62EC8EF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50" i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Earth Engine supports watershed-specific application; the reference datasets support the same complete analytical sequence.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582914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AD11F-1410-4A34-B29E-0B900C1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86D0C-A7FA-4C7E-8322-5CD86A3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4B877-6457-458C-8756-E5C45D5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FB3C9"/>
                </a:solidFill>
                <a:latin typeface="Calibri"/>
                <a:ea typeface="Calibri"/>
                <a:cs typeface="Calibri"/>
              </a:rPr>
              <a:t>SYNTHESIS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30DCAB-4E87-46F9-A929-9A15CC1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42416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Report the curve number with its calibration, spatial provenance, compositing convention, and uncertainty.</a:t>
            </a:r>
            <a:endParaRPr sz="3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5BE81F-93EF-4A8C-A0D4-2453A412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424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7DAE6"/>
                </a:solidFill>
                <a:latin typeface="Calibri"/>
                <a:ea typeface="Calibri"/>
                <a:cs typeface="Calibri"/>
              </a:rPr>
              <a:t>A single value becomes interpretable when the measurement pathway and methodological assumptions are documented beside it.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DBACF1-9919-44E0-8970-1D40C77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45936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C87A0"/>
                </a:solidFill>
                <a:latin typeface="Calibri"/>
                <a:ea typeface="Calibri"/>
                <a:cs typeface="Calibri"/>
              </a:rPr>
              <a:t>Modern Curve Number Hydrology  |  ASCE–EWRI 2026  |  Ramirez-Avila and Kumar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311921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2026-08-07T05:01:34.3670000Z</dcterms:created>
  <dcterms:modified xsi:type="dcterms:W3CDTF">2026-08-07T05:01:34.3670000Z</dcterms:modified>
</coreProperties>
</file>